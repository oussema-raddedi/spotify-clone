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Hedvig Letters Sans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c34e6a7e5edece51f91cccd1f149511126dd5c8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39" r="139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21212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400" y="7429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1DB954"/>
          </a:solidFill>
          <a:ln/>
          <a:effectLst>
            <a:outerShdw sx="100000" sy="100000" kx="0" ky="0" algn="bl" rotWithShape="0" blurRad="571500" dist="50800" dir="2700000">
              <a:srgbClr val="1db954">
                <a:alpha val="5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10250" y="1066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22387" y="7813"/>
                </a:moveTo>
                <a:cubicBezTo>
                  <a:pt x="530870" y="14622"/>
                  <a:pt x="535781" y="24892"/>
                  <a:pt x="535781" y="35719"/>
                </a:cubicBezTo>
                <a:lnTo>
                  <a:pt x="535781" y="375047"/>
                </a:lnTo>
                <a:cubicBezTo>
                  <a:pt x="535781" y="424383"/>
                  <a:pt x="487784" y="464344"/>
                  <a:pt x="428625" y="464344"/>
                </a:cubicBezTo>
                <a:cubicBezTo>
                  <a:pt x="369466" y="464344"/>
                  <a:pt x="321469" y="424383"/>
                  <a:pt x="321469" y="375047"/>
                </a:cubicBezTo>
                <a:cubicBezTo>
                  <a:pt x="321469" y="325710"/>
                  <a:pt x="369466" y="285750"/>
                  <a:pt x="428625" y="285750"/>
                </a:cubicBezTo>
                <a:cubicBezTo>
                  <a:pt x="441127" y="285750"/>
                  <a:pt x="453182" y="287536"/>
                  <a:pt x="464344" y="290885"/>
                </a:cubicBezTo>
                <a:lnTo>
                  <a:pt x="464344" y="160623"/>
                </a:lnTo>
                <a:lnTo>
                  <a:pt x="214313" y="216210"/>
                </a:lnTo>
                <a:lnTo>
                  <a:pt x="214313" y="446484"/>
                </a:lnTo>
                <a:cubicBezTo>
                  <a:pt x="214313" y="495821"/>
                  <a:pt x="166315" y="535781"/>
                  <a:pt x="107156" y="535781"/>
                </a:cubicBezTo>
                <a:cubicBezTo>
                  <a:pt x="47997" y="535781"/>
                  <a:pt x="0" y="495821"/>
                  <a:pt x="0" y="446484"/>
                </a:cubicBezTo>
                <a:cubicBezTo>
                  <a:pt x="0" y="397148"/>
                  <a:pt x="47997" y="357188"/>
                  <a:pt x="107156" y="357188"/>
                </a:cubicBezTo>
                <a:cubicBezTo>
                  <a:pt x="119658" y="357188"/>
                  <a:pt x="131713" y="358973"/>
                  <a:pt x="142875" y="362322"/>
                </a:cubicBezTo>
                <a:lnTo>
                  <a:pt x="142875" y="107156"/>
                </a:lnTo>
                <a:cubicBezTo>
                  <a:pt x="142875" y="90413"/>
                  <a:pt x="154484" y="75902"/>
                  <a:pt x="170892" y="72330"/>
                </a:cubicBezTo>
                <a:lnTo>
                  <a:pt x="492361" y="893"/>
                </a:lnTo>
                <a:cubicBezTo>
                  <a:pt x="502965" y="-1451"/>
                  <a:pt x="514015" y="1116"/>
                  <a:pt x="522498" y="7925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6" name="Text 3"/>
          <p:cNvSpPr/>
          <p:nvPr/>
        </p:nvSpPr>
        <p:spPr>
          <a:xfrm>
            <a:off x="3179921" y="2495550"/>
            <a:ext cx="5829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spc="-180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Spotify Music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7200" b="1" spc="-180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Explorer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5529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8" name="Text 5"/>
          <p:cNvSpPr/>
          <p:nvPr/>
        </p:nvSpPr>
        <p:spPr>
          <a:xfrm>
            <a:off x="2713792" y="4895850"/>
            <a:ext cx="676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spc="56" kern="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de Recommandation Musicale Intelligente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6793" y="5867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0" name="Text 7"/>
          <p:cNvSpPr/>
          <p:nvPr/>
        </p:nvSpPr>
        <p:spPr>
          <a:xfrm>
            <a:off x="3269218" y="584835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69681" y="5867400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41156" y="586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3" name="Text 10"/>
          <p:cNvSpPr/>
          <p:nvPr/>
        </p:nvSpPr>
        <p:spPr>
          <a:xfrm>
            <a:off x="5765006" y="58483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94722" y="5867400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680484" y="5867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00013"/>
                </a:moveTo>
                <a:cubicBezTo>
                  <a:pt x="28575" y="60543"/>
                  <a:pt x="60543" y="28575"/>
                  <a:pt x="100013" y="28575"/>
                </a:cubicBezTo>
                <a:cubicBezTo>
                  <a:pt x="139482" y="28575"/>
                  <a:pt x="171450" y="60543"/>
                  <a:pt x="171450" y="100013"/>
                </a:cubicBezTo>
                <a:lnTo>
                  <a:pt x="171450" y="116756"/>
                </a:lnTo>
                <a:cubicBezTo>
                  <a:pt x="166985" y="115193"/>
                  <a:pt x="162163" y="114300"/>
                  <a:pt x="157163" y="114300"/>
                </a:cubicBezTo>
                <a:lnTo>
                  <a:pt x="150019" y="114300"/>
                </a:lnTo>
                <a:cubicBezTo>
                  <a:pt x="138187" y="114300"/>
                  <a:pt x="128588" y="123899"/>
                  <a:pt x="128588" y="135731"/>
                </a:cubicBezTo>
                <a:lnTo>
                  <a:pt x="128588" y="192881"/>
                </a:lnTo>
                <a:cubicBezTo>
                  <a:pt x="128588" y="204713"/>
                  <a:pt x="138187" y="214313"/>
                  <a:pt x="150019" y="214313"/>
                </a:cubicBezTo>
                <a:lnTo>
                  <a:pt x="157163" y="214313"/>
                </a:lnTo>
                <a:cubicBezTo>
                  <a:pt x="180826" y="214313"/>
                  <a:pt x="200025" y="195114"/>
                  <a:pt x="200025" y="171450"/>
                </a:cubicBezTo>
                <a:lnTo>
                  <a:pt x="200025" y="100013"/>
                </a:lnTo>
                <a:cubicBezTo>
                  <a:pt x="200025" y="44782"/>
                  <a:pt x="155243" y="0"/>
                  <a:pt x="100013" y="0"/>
                </a:cubicBezTo>
                <a:cubicBezTo>
                  <a:pt x="44782" y="0"/>
                  <a:pt x="0" y="44782"/>
                  <a:pt x="0" y="100013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50006" y="214313"/>
                </a:lnTo>
                <a:cubicBezTo>
                  <a:pt x="61838" y="214313"/>
                  <a:pt x="71438" y="204713"/>
                  <a:pt x="71438" y="192881"/>
                </a:cubicBezTo>
                <a:lnTo>
                  <a:pt x="71438" y="135731"/>
                </a:lnTo>
                <a:cubicBezTo>
                  <a:pt x="71438" y="123899"/>
                  <a:pt x="61838" y="114300"/>
                  <a:pt x="50006" y="114300"/>
                </a:cubicBezTo>
                <a:lnTo>
                  <a:pt x="42863" y="114300"/>
                </a:lnTo>
                <a:cubicBezTo>
                  <a:pt x="37862" y="114300"/>
                  <a:pt x="33040" y="115148"/>
                  <a:pt x="28575" y="116756"/>
                </a:cubicBezTo>
                <a:lnTo>
                  <a:pt x="28575" y="100013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6" name="Text 13"/>
          <p:cNvSpPr/>
          <p:nvPr/>
        </p:nvSpPr>
        <p:spPr>
          <a:xfrm>
            <a:off x="7990047" y="584835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Personalisation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Présentation du projet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0676"/>
            <a:ext cx="7494270" cy="2045970"/>
          </a:xfrm>
          <a:custGeom>
            <a:avLst/>
            <a:gdLst/>
            <a:ahLst/>
            <a:cxnLst/>
            <a:rect l="l" t="t" r="r" b="b"/>
            <a:pathLst>
              <a:path w="7494270" h="2045970">
                <a:moveTo>
                  <a:pt x="228596" y="0"/>
                </a:moveTo>
                <a:lnTo>
                  <a:pt x="7265674" y="0"/>
                </a:lnTo>
                <a:cubicBezTo>
                  <a:pt x="7391924" y="0"/>
                  <a:pt x="7494270" y="102346"/>
                  <a:pt x="7494270" y="228596"/>
                </a:cubicBezTo>
                <a:lnTo>
                  <a:pt x="7494270" y="1817374"/>
                </a:lnTo>
                <a:cubicBezTo>
                  <a:pt x="7494270" y="1943624"/>
                  <a:pt x="7391924" y="2045970"/>
                  <a:pt x="7265674" y="2045970"/>
                </a:cubicBezTo>
                <a:lnTo>
                  <a:pt x="228596" y="2045970"/>
                </a:lnTo>
                <a:cubicBezTo>
                  <a:pt x="102346" y="2045970"/>
                  <a:pt x="0" y="1943624"/>
                  <a:pt x="0" y="1817374"/>
                </a:cubicBezTo>
                <a:lnTo>
                  <a:pt x="0" y="228596"/>
                </a:lnTo>
                <a:cubicBezTo>
                  <a:pt x="0" y="102346"/>
                  <a:pt x="102346" y="0"/>
                  <a:pt x="2285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190928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969645" y="214741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684020" y="1909286"/>
            <a:ext cx="6029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Qu'est-ce que Spotify Music Explorer 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84020" y="2404587"/>
            <a:ext cx="59817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de recommandation musicale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basé sur les données Spotify qui révolutionne la façon dont les utilisateurs découvrent et explorent la musique.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878104"/>
            <a:ext cx="2369820" cy="2407920"/>
          </a:xfrm>
          <a:custGeom>
            <a:avLst/>
            <a:gdLst/>
            <a:ahLst/>
            <a:cxnLst/>
            <a:rect l="l" t="t" r="r" b="b"/>
            <a:pathLst>
              <a:path w="2369820" h="2407920">
                <a:moveTo>
                  <a:pt x="152403" y="0"/>
                </a:moveTo>
                <a:lnTo>
                  <a:pt x="2217417" y="0"/>
                </a:lnTo>
                <a:cubicBezTo>
                  <a:pt x="2301587" y="0"/>
                  <a:pt x="2369820" y="68233"/>
                  <a:pt x="2369820" y="152403"/>
                </a:cubicBezTo>
                <a:lnTo>
                  <a:pt x="2369820" y="2255517"/>
                </a:lnTo>
                <a:cubicBezTo>
                  <a:pt x="2369820" y="2339687"/>
                  <a:pt x="2301587" y="2407920"/>
                  <a:pt x="2217417" y="2407920"/>
                </a:cubicBezTo>
                <a:lnTo>
                  <a:pt x="152403" y="2407920"/>
                </a:lnTo>
                <a:cubicBezTo>
                  <a:pt x="68233" y="2407920"/>
                  <a:pt x="0" y="2339687"/>
                  <a:pt x="0" y="22555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" y="41105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9620" y="42629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4796314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Découverte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" y="5139214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Aide les utilisateurs à découvrir de nouvelles chansons adaptées à leurs goûts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50131" y="3878104"/>
            <a:ext cx="2369820" cy="2407920"/>
          </a:xfrm>
          <a:custGeom>
            <a:avLst/>
            <a:gdLst/>
            <a:ahLst/>
            <a:cxnLst/>
            <a:rect l="l" t="t" r="r" b="b"/>
            <a:pathLst>
              <a:path w="2369820" h="2407920">
                <a:moveTo>
                  <a:pt x="152403" y="0"/>
                </a:moveTo>
                <a:lnTo>
                  <a:pt x="2217417" y="0"/>
                </a:lnTo>
                <a:cubicBezTo>
                  <a:pt x="2301587" y="0"/>
                  <a:pt x="2369820" y="68233"/>
                  <a:pt x="2369820" y="152403"/>
                </a:cubicBezTo>
                <a:lnTo>
                  <a:pt x="2369820" y="2255517"/>
                </a:lnTo>
                <a:cubicBezTo>
                  <a:pt x="2369820" y="2339687"/>
                  <a:pt x="2301587" y="2407920"/>
                  <a:pt x="2217417" y="2407920"/>
                </a:cubicBezTo>
                <a:lnTo>
                  <a:pt x="152403" y="2407920"/>
                </a:lnTo>
                <a:cubicBezTo>
                  <a:pt x="68233" y="2407920"/>
                  <a:pt x="0" y="2339687"/>
                  <a:pt x="0" y="22555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541" y="41105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20653" y="426291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3182541" y="4796314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82541" y="5139214"/>
            <a:ext cx="198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approfondie des données musicales et des caractéristiques audio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15571" y="3878104"/>
            <a:ext cx="2369820" cy="2407920"/>
          </a:xfrm>
          <a:custGeom>
            <a:avLst/>
            <a:gdLst/>
            <a:ahLst/>
            <a:cxnLst/>
            <a:rect l="l" t="t" r="r" b="b"/>
            <a:pathLst>
              <a:path w="2369820" h="2407920">
                <a:moveTo>
                  <a:pt x="152403" y="0"/>
                </a:moveTo>
                <a:lnTo>
                  <a:pt x="2217417" y="0"/>
                </a:lnTo>
                <a:cubicBezTo>
                  <a:pt x="2301587" y="0"/>
                  <a:pt x="2369820" y="68233"/>
                  <a:pt x="2369820" y="152403"/>
                </a:cubicBezTo>
                <a:lnTo>
                  <a:pt x="2369820" y="2255517"/>
                </a:lnTo>
                <a:cubicBezTo>
                  <a:pt x="2369820" y="2339687"/>
                  <a:pt x="2301587" y="2407920"/>
                  <a:pt x="2217417" y="2407920"/>
                </a:cubicBezTo>
                <a:lnTo>
                  <a:pt x="152403" y="2407920"/>
                </a:lnTo>
                <a:cubicBezTo>
                  <a:pt x="68233" y="2407920"/>
                  <a:pt x="0" y="2339687"/>
                  <a:pt x="0" y="22555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47981" y="41105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00381" y="42629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3" name="Text 21"/>
          <p:cNvSpPr/>
          <p:nvPr/>
        </p:nvSpPr>
        <p:spPr>
          <a:xfrm>
            <a:off x="5747981" y="4796314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Personnalisation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47981" y="5139214"/>
            <a:ext cx="198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personnalisées basées sur l'humeur et les préférences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95310" y="2410778"/>
            <a:ext cx="3608070" cy="3065145"/>
          </a:xfrm>
          <a:custGeom>
            <a:avLst/>
            <a:gdLst/>
            <a:ahLst/>
            <a:cxnLst/>
            <a:rect l="l" t="t" r="r" b="b"/>
            <a:pathLst>
              <a:path w="3608070" h="3065145">
                <a:moveTo>
                  <a:pt x="228599" y="0"/>
                </a:moveTo>
                <a:lnTo>
                  <a:pt x="3379471" y="0"/>
                </a:lnTo>
                <a:cubicBezTo>
                  <a:pt x="3505723" y="0"/>
                  <a:pt x="3608070" y="102347"/>
                  <a:pt x="3608070" y="228599"/>
                </a:cubicBezTo>
                <a:lnTo>
                  <a:pt x="3608070" y="2836546"/>
                </a:lnTo>
                <a:cubicBezTo>
                  <a:pt x="3608070" y="2962798"/>
                  <a:pt x="3505723" y="3065145"/>
                  <a:pt x="3379471" y="3065145"/>
                </a:cubicBezTo>
                <a:lnTo>
                  <a:pt x="228599" y="3065145"/>
                </a:lnTo>
                <a:cubicBezTo>
                  <a:pt x="102347" y="3065145"/>
                  <a:pt x="0" y="2962798"/>
                  <a:pt x="0" y="2836546"/>
                </a:cubicBezTo>
                <a:lnTo>
                  <a:pt x="0" y="228599"/>
                </a:lnTo>
                <a:cubicBezTo>
                  <a:pt x="0" y="102432"/>
                  <a:pt x="102432" y="0"/>
                  <a:pt x="228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270000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1231" y="2719388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44661"/>
                </a:moveTo>
                <a:cubicBezTo>
                  <a:pt x="0" y="100258"/>
                  <a:pt x="35964" y="64294"/>
                  <a:pt x="80367" y="64294"/>
                </a:cubicBezTo>
                <a:lnTo>
                  <a:pt x="85725" y="64294"/>
                </a:lnTo>
                <a:cubicBezTo>
                  <a:pt x="97579" y="64294"/>
                  <a:pt x="107156" y="73871"/>
                  <a:pt x="107156" y="85725"/>
                </a:cubicBezTo>
                <a:cubicBezTo>
                  <a:pt x="107156" y="97579"/>
                  <a:pt x="97579" y="107156"/>
                  <a:pt x="85725" y="107156"/>
                </a:cubicBezTo>
                <a:lnTo>
                  <a:pt x="80367" y="107156"/>
                </a:lnTo>
                <a:cubicBezTo>
                  <a:pt x="59673" y="107156"/>
                  <a:pt x="42863" y="123966"/>
                  <a:pt x="42863" y="144661"/>
                </a:cubicBezTo>
                <a:lnTo>
                  <a:pt x="42863" y="150019"/>
                </a:lnTo>
                <a:lnTo>
                  <a:pt x="85725" y="150019"/>
                </a:lnTo>
                <a:cubicBezTo>
                  <a:pt x="109366" y="150019"/>
                  <a:pt x="128588" y="169240"/>
                  <a:pt x="128588" y="192881"/>
                </a:cubicBezTo>
                <a:lnTo>
                  <a:pt x="128588" y="235744"/>
                </a:lnTo>
                <a:cubicBezTo>
                  <a:pt x="128588" y="259385"/>
                  <a:pt x="109366" y="278606"/>
                  <a:pt x="85725" y="278606"/>
                </a:cubicBezTo>
                <a:lnTo>
                  <a:pt x="42863" y="278606"/>
                </a:lnTo>
                <a:cubicBezTo>
                  <a:pt x="19221" y="278606"/>
                  <a:pt x="0" y="259385"/>
                  <a:pt x="0" y="235744"/>
                </a:cubicBezTo>
                <a:lnTo>
                  <a:pt x="0" y="144661"/>
                </a:lnTo>
                <a:close/>
                <a:moveTo>
                  <a:pt x="171450" y="144661"/>
                </a:moveTo>
                <a:cubicBezTo>
                  <a:pt x="171450" y="100258"/>
                  <a:pt x="207414" y="64294"/>
                  <a:pt x="251817" y="64294"/>
                </a:cubicBezTo>
                <a:lnTo>
                  <a:pt x="257175" y="64294"/>
                </a:lnTo>
                <a:cubicBezTo>
                  <a:pt x="269029" y="64294"/>
                  <a:pt x="278606" y="73871"/>
                  <a:pt x="278606" y="85725"/>
                </a:cubicBezTo>
                <a:cubicBezTo>
                  <a:pt x="278606" y="97579"/>
                  <a:pt x="269029" y="107156"/>
                  <a:pt x="257175" y="107156"/>
                </a:cubicBezTo>
                <a:lnTo>
                  <a:pt x="251817" y="107156"/>
                </a:lnTo>
                <a:cubicBezTo>
                  <a:pt x="231123" y="107156"/>
                  <a:pt x="214313" y="123966"/>
                  <a:pt x="214313" y="144661"/>
                </a:cubicBezTo>
                <a:lnTo>
                  <a:pt x="214313" y="150019"/>
                </a:lnTo>
                <a:lnTo>
                  <a:pt x="257175" y="150019"/>
                </a:lnTo>
                <a:cubicBezTo>
                  <a:pt x="280816" y="150019"/>
                  <a:pt x="300038" y="169240"/>
                  <a:pt x="300038" y="192881"/>
                </a:cubicBezTo>
                <a:lnTo>
                  <a:pt x="300038" y="235744"/>
                </a:lnTo>
                <a:cubicBezTo>
                  <a:pt x="300038" y="259385"/>
                  <a:pt x="280816" y="278606"/>
                  <a:pt x="257175" y="278606"/>
                </a:cubicBezTo>
                <a:lnTo>
                  <a:pt x="214313" y="278606"/>
                </a:lnTo>
                <a:cubicBezTo>
                  <a:pt x="190671" y="278606"/>
                  <a:pt x="171450" y="259385"/>
                  <a:pt x="171450" y="235744"/>
                </a:cubicBezTo>
                <a:lnTo>
                  <a:pt x="171450" y="144661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8446770" y="3214688"/>
            <a:ext cx="31051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"Transformer la découverte musicale grâce à l'intelligence artificielle"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34450" y="45577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9" name="Shape 27"/>
          <p:cNvSpPr/>
          <p:nvPr/>
        </p:nvSpPr>
        <p:spPr>
          <a:xfrm>
            <a:off x="9124950" y="47482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8955" y="3125"/>
                </a:moveTo>
                <a:cubicBezTo>
                  <a:pt x="212348" y="5849"/>
                  <a:pt x="214313" y="9957"/>
                  <a:pt x="214313" y="14288"/>
                </a:cubicBezTo>
                <a:lnTo>
                  <a:pt x="214313" y="150019"/>
                </a:lnTo>
                <a:cubicBezTo>
                  <a:pt x="214313" y="169753"/>
                  <a:pt x="195114" y="185738"/>
                  <a:pt x="171450" y="185738"/>
                </a:cubicBezTo>
                <a:cubicBezTo>
                  <a:pt x="147786" y="185738"/>
                  <a:pt x="128588" y="169753"/>
                  <a:pt x="128588" y="150019"/>
                </a:cubicBezTo>
                <a:cubicBezTo>
                  <a:pt x="128588" y="130284"/>
                  <a:pt x="147786" y="114300"/>
                  <a:pt x="171450" y="114300"/>
                </a:cubicBezTo>
                <a:cubicBezTo>
                  <a:pt x="176451" y="114300"/>
                  <a:pt x="181273" y="115014"/>
                  <a:pt x="185738" y="116354"/>
                </a:cubicBezTo>
                <a:lnTo>
                  <a:pt x="185738" y="64249"/>
                </a:lnTo>
                <a:lnTo>
                  <a:pt x="85725" y="86484"/>
                </a:lnTo>
                <a:lnTo>
                  <a:pt x="85725" y="178594"/>
                </a:lnTo>
                <a:cubicBezTo>
                  <a:pt x="85725" y="198328"/>
                  <a:pt x="66526" y="214313"/>
                  <a:pt x="42863" y="214313"/>
                </a:cubicBezTo>
                <a:cubicBezTo>
                  <a:pt x="19199" y="214313"/>
                  <a:pt x="0" y="198328"/>
                  <a:pt x="0" y="178594"/>
                </a:cubicBezTo>
                <a:cubicBezTo>
                  <a:pt x="0" y="158859"/>
                  <a:pt x="19199" y="142875"/>
                  <a:pt x="42863" y="142875"/>
                </a:cubicBezTo>
                <a:cubicBezTo>
                  <a:pt x="47863" y="142875"/>
                  <a:pt x="52685" y="143589"/>
                  <a:pt x="57150" y="144929"/>
                </a:cubicBezTo>
                <a:lnTo>
                  <a:pt x="57150" y="42863"/>
                </a:lnTo>
                <a:cubicBezTo>
                  <a:pt x="57150" y="36165"/>
                  <a:pt x="61793" y="30361"/>
                  <a:pt x="68357" y="28932"/>
                </a:cubicBezTo>
                <a:lnTo>
                  <a:pt x="196944" y="357"/>
                </a:lnTo>
                <a:cubicBezTo>
                  <a:pt x="201186" y="-580"/>
                  <a:pt x="205606" y="446"/>
                  <a:pt x="208999" y="317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0" name="Shape 28"/>
          <p:cNvSpPr/>
          <p:nvPr/>
        </p:nvSpPr>
        <p:spPr>
          <a:xfrm>
            <a:off x="9696450" y="45577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1" name="Shape 29"/>
          <p:cNvSpPr/>
          <p:nvPr/>
        </p:nvSpPr>
        <p:spPr>
          <a:xfrm>
            <a:off x="9886950" y="47482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8450" y="45577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48950" y="47482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1DB9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défi de la découverte musicale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2029778"/>
            <a:ext cx="7113270" cy="3598545"/>
          </a:xfrm>
          <a:custGeom>
            <a:avLst/>
            <a:gdLst/>
            <a:ahLst/>
            <a:cxnLst/>
            <a:rect l="l" t="t" r="r" b="b"/>
            <a:pathLst>
              <a:path w="7113270" h="3598545">
                <a:moveTo>
                  <a:pt x="228616" y="0"/>
                </a:moveTo>
                <a:lnTo>
                  <a:pt x="6884654" y="0"/>
                </a:lnTo>
                <a:cubicBezTo>
                  <a:pt x="7010915" y="0"/>
                  <a:pt x="7113270" y="102355"/>
                  <a:pt x="7113270" y="228616"/>
                </a:cubicBezTo>
                <a:lnTo>
                  <a:pt x="7113270" y="3369929"/>
                </a:lnTo>
                <a:cubicBezTo>
                  <a:pt x="7113270" y="3496190"/>
                  <a:pt x="7010915" y="3598545"/>
                  <a:pt x="6884654" y="3598545"/>
                </a:cubicBezTo>
                <a:lnTo>
                  <a:pt x="228616" y="3598545"/>
                </a:lnTo>
                <a:cubicBezTo>
                  <a:pt x="102355" y="3598545"/>
                  <a:pt x="0" y="3496190"/>
                  <a:pt x="0" y="3369929"/>
                </a:cubicBezTo>
                <a:lnTo>
                  <a:pt x="0" y="228616"/>
                </a:lnTo>
                <a:cubicBezTo>
                  <a:pt x="0" y="102355"/>
                  <a:pt x="102355" y="0"/>
                  <a:pt x="22861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270000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233838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979170" y="26241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81295" y="0"/>
                  <a:pt x="190336" y="5425"/>
                  <a:pt x="195024" y="14064"/>
                </a:cubicBezTo>
                <a:lnTo>
                  <a:pt x="339685" y="281955"/>
                </a:lnTo>
                <a:cubicBezTo>
                  <a:pt x="344172" y="290259"/>
                  <a:pt x="343972" y="300305"/>
                  <a:pt x="339150" y="308409"/>
                </a:cubicBezTo>
                <a:cubicBezTo>
                  <a:pt x="334328" y="316513"/>
                  <a:pt x="325554" y="321469"/>
                  <a:pt x="316111" y="321469"/>
                </a:cubicBezTo>
                <a:lnTo>
                  <a:pt x="26789" y="321469"/>
                </a:lnTo>
                <a:cubicBezTo>
                  <a:pt x="17346" y="321469"/>
                  <a:pt x="8639" y="316513"/>
                  <a:pt x="3750" y="308409"/>
                </a:cubicBezTo>
                <a:cubicBezTo>
                  <a:pt x="-1139" y="300305"/>
                  <a:pt x="-1272" y="290259"/>
                  <a:pt x="3215" y="281955"/>
                </a:cubicBezTo>
                <a:lnTo>
                  <a:pt x="147876" y="14064"/>
                </a:lnTo>
                <a:cubicBezTo>
                  <a:pt x="152564" y="5425"/>
                  <a:pt x="161605" y="0"/>
                  <a:pt x="171450" y="0"/>
                </a:cubicBezTo>
                <a:close/>
                <a:moveTo>
                  <a:pt x="171450" y="112514"/>
                </a:moveTo>
                <a:cubicBezTo>
                  <a:pt x="162543" y="112514"/>
                  <a:pt x="155377" y="119680"/>
                  <a:pt x="155377" y="128588"/>
                </a:cubicBezTo>
                <a:lnTo>
                  <a:pt x="155377" y="203597"/>
                </a:lnTo>
                <a:cubicBezTo>
                  <a:pt x="155377" y="212504"/>
                  <a:pt x="162543" y="219670"/>
                  <a:pt x="171450" y="219670"/>
                </a:cubicBezTo>
                <a:cubicBezTo>
                  <a:pt x="180357" y="219670"/>
                  <a:pt x="187523" y="212504"/>
                  <a:pt x="187523" y="203597"/>
                </a:cubicBezTo>
                <a:lnTo>
                  <a:pt x="187523" y="128588"/>
                </a:lnTo>
                <a:cubicBezTo>
                  <a:pt x="187523" y="119680"/>
                  <a:pt x="180357" y="112514"/>
                  <a:pt x="171450" y="112514"/>
                </a:cubicBezTo>
                <a:close/>
                <a:moveTo>
                  <a:pt x="189332" y="257175"/>
                </a:moveTo>
                <a:cubicBezTo>
                  <a:pt x="189738" y="250538"/>
                  <a:pt x="186428" y="244223"/>
                  <a:pt x="180738" y="240781"/>
                </a:cubicBezTo>
                <a:cubicBezTo>
                  <a:pt x="175048" y="237339"/>
                  <a:pt x="167919" y="237339"/>
                  <a:pt x="162229" y="240781"/>
                </a:cubicBezTo>
                <a:cubicBezTo>
                  <a:pt x="156539" y="244223"/>
                  <a:pt x="153228" y="250538"/>
                  <a:pt x="153635" y="257175"/>
                </a:cubicBezTo>
                <a:cubicBezTo>
                  <a:pt x="153228" y="263812"/>
                  <a:pt x="156539" y="270127"/>
                  <a:pt x="162229" y="273569"/>
                </a:cubicBezTo>
                <a:cubicBezTo>
                  <a:pt x="167919" y="277011"/>
                  <a:pt x="175048" y="277011"/>
                  <a:pt x="180738" y="273569"/>
                </a:cubicBezTo>
                <a:cubicBezTo>
                  <a:pt x="186428" y="270127"/>
                  <a:pt x="189738" y="263812"/>
                  <a:pt x="189332" y="2571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36420" y="2452688"/>
            <a:ext cx="343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 Paradoxe du Choix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36420" y="2871788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Trop de musique, pas assez de direction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3420" y="3519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7245" y="36337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226820" y="3481388"/>
            <a:ext cx="6048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millions de chansons disponibles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 les plateformes de streaming, créant une surcharge d'information pour les utilisateurs.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3420" y="422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772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226820" y="4191000"/>
            <a:ext cx="6048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Difficulté à trouver la musique adaptée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son goût personnel ou à son humeur du moment.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3420" y="4938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7720" y="5053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226820" y="4900613"/>
            <a:ext cx="5191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Temps perdu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naviguer sans trouver ce que l'on cherche réellement.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14310" y="1591628"/>
            <a:ext cx="3989070" cy="4703445"/>
          </a:xfrm>
          <a:custGeom>
            <a:avLst/>
            <a:gdLst/>
            <a:ahLst/>
            <a:cxnLst/>
            <a:rect l="l" t="t" r="r" b="b"/>
            <a:pathLst>
              <a:path w="3989070" h="4703445">
                <a:moveTo>
                  <a:pt x="228614" y="0"/>
                </a:moveTo>
                <a:lnTo>
                  <a:pt x="3760456" y="0"/>
                </a:lnTo>
                <a:cubicBezTo>
                  <a:pt x="3886716" y="0"/>
                  <a:pt x="3989070" y="102354"/>
                  <a:pt x="3989070" y="228614"/>
                </a:cubicBezTo>
                <a:lnTo>
                  <a:pt x="3989070" y="4474831"/>
                </a:lnTo>
                <a:cubicBezTo>
                  <a:pt x="3989070" y="4601091"/>
                  <a:pt x="3886716" y="4703445"/>
                  <a:pt x="3760456" y="4703445"/>
                </a:cubicBezTo>
                <a:lnTo>
                  <a:pt x="228614" y="4703445"/>
                </a:lnTo>
                <a:cubicBezTo>
                  <a:pt x="102354" y="4703445"/>
                  <a:pt x="0" y="4601091"/>
                  <a:pt x="0" y="4474831"/>
                </a:cubicBezTo>
                <a:lnTo>
                  <a:pt x="0" y="228614"/>
                </a:lnTo>
                <a:cubicBezTo>
                  <a:pt x="0" y="102354"/>
                  <a:pt x="102354" y="0"/>
                  <a:pt x="228614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2150" y="19002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57163"/>
                </a:moveTo>
                <a:cubicBezTo>
                  <a:pt x="212794" y="157163"/>
                  <a:pt x="200025" y="169932"/>
                  <a:pt x="200025" y="185738"/>
                </a:cubicBezTo>
                <a:cubicBezTo>
                  <a:pt x="200025" y="197614"/>
                  <a:pt x="190470" y="207169"/>
                  <a:pt x="178594" y="207169"/>
                </a:cubicBezTo>
                <a:cubicBezTo>
                  <a:pt x="166717" y="207169"/>
                  <a:pt x="157163" y="197614"/>
                  <a:pt x="157163" y="185738"/>
                </a:cubicBezTo>
                <a:cubicBezTo>
                  <a:pt x="157163" y="146268"/>
                  <a:pt x="189131" y="114300"/>
                  <a:pt x="228600" y="114300"/>
                </a:cubicBezTo>
                <a:cubicBezTo>
                  <a:pt x="268069" y="114300"/>
                  <a:pt x="300038" y="146268"/>
                  <a:pt x="300038" y="185738"/>
                </a:cubicBezTo>
                <a:cubicBezTo>
                  <a:pt x="300038" y="227886"/>
                  <a:pt x="267891" y="245745"/>
                  <a:pt x="250031" y="252264"/>
                </a:cubicBezTo>
                <a:lnTo>
                  <a:pt x="250031" y="255657"/>
                </a:lnTo>
                <a:cubicBezTo>
                  <a:pt x="250031" y="267533"/>
                  <a:pt x="240476" y="277088"/>
                  <a:pt x="228600" y="277088"/>
                </a:cubicBezTo>
                <a:cubicBezTo>
                  <a:pt x="216724" y="277088"/>
                  <a:pt x="207169" y="267533"/>
                  <a:pt x="207169" y="255657"/>
                </a:cubicBezTo>
                <a:lnTo>
                  <a:pt x="207169" y="248424"/>
                </a:lnTo>
                <a:cubicBezTo>
                  <a:pt x="207169" y="230118"/>
                  <a:pt x="220385" y="216991"/>
                  <a:pt x="234047" y="212527"/>
                </a:cubicBezTo>
                <a:cubicBezTo>
                  <a:pt x="239762" y="210651"/>
                  <a:pt x="245834" y="207615"/>
                  <a:pt x="250299" y="203329"/>
                </a:cubicBezTo>
                <a:cubicBezTo>
                  <a:pt x="254139" y="199579"/>
                  <a:pt x="257175" y="194399"/>
                  <a:pt x="257175" y="185827"/>
                </a:cubicBezTo>
                <a:cubicBezTo>
                  <a:pt x="257175" y="170021"/>
                  <a:pt x="244406" y="157252"/>
                  <a:pt x="228600" y="157252"/>
                </a:cubicBezTo>
                <a:close/>
                <a:moveTo>
                  <a:pt x="200025" y="328613"/>
                </a:moveTo>
                <a:cubicBezTo>
                  <a:pt x="200025" y="312842"/>
                  <a:pt x="212829" y="300038"/>
                  <a:pt x="228600" y="300038"/>
                </a:cubicBezTo>
                <a:cubicBezTo>
                  <a:pt x="244371" y="300038"/>
                  <a:pt x="257175" y="312842"/>
                  <a:pt x="257175" y="328613"/>
                </a:cubicBezTo>
                <a:cubicBezTo>
                  <a:pt x="257175" y="344383"/>
                  <a:pt x="244371" y="357188"/>
                  <a:pt x="228600" y="357188"/>
                </a:cubicBezTo>
                <a:cubicBezTo>
                  <a:pt x="212829" y="357188"/>
                  <a:pt x="200025" y="344383"/>
                  <a:pt x="200025" y="328613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1" name="Text 19"/>
          <p:cNvSpPr/>
          <p:nvPr/>
        </p:nvSpPr>
        <p:spPr>
          <a:xfrm>
            <a:off x="8051482" y="2509838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 Centrale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2920" y="3081338"/>
            <a:ext cx="3371850" cy="1571625"/>
          </a:xfrm>
          <a:custGeom>
            <a:avLst/>
            <a:gdLst/>
            <a:ahLst/>
            <a:cxnLst/>
            <a:rect l="l" t="t" r="r" b="b"/>
            <a:pathLst>
              <a:path w="3371850" h="1571625">
                <a:moveTo>
                  <a:pt x="152400" y="0"/>
                </a:moveTo>
                <a:lnTo>
                  <a:pt x="3219450" y="0"/>
                </a:lnTo>
                <a:cubicBezTo>
                  <a:pt x="3303618" y="0"/>
                  <a:pt x="3371850" y="68232"/>
                  <a:pt x="3371850" y="152400"/>
                </a:cubicBezTo>
                <a:lnTo>
                  <a:pt x="3371850" y="1419225"/>
                </a:lnTo>
                <a:cubicBezTo>
                  <a:pt x="3371850" y="1503393"/>
                  <a:pt x="3303618" y="1571625"/>
                  <a:pt x="3219450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294370" y="3309938"/>
            <a:ext cx="30289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 recommander intelligemment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chansons à partir des données 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2920" y="4881563"/>
            <a:ext cx="1609725" cy="1104900"/>
          </a:xfrm>
          <a:custGeom>
            <a:avLst/>
            <a:gdLst/>
            <a:ahLst/>
            <a:cxnLst/>
            <a:rect l="l" t="t" r="r" b="b"/>
            <a:pathLst>
              <a:path w="1609725" h="1104900">
                <a:moveTo>
                  <a:pt x="114302" y="0"/>
                </a:moveTo>
                <a:lnTo>
                  <a:pt x="1495423" y="0"/>
                </a:lnTo>
                <a:cubicBezTo>
                  <a:pt x="1558550" y="0"/>
                  <a:pt x="1609725" y="51175"/>
                  <a:pt x="1609725" y="114302"/>
                </a:cubicBezTo>
                <a:lnTo>
                  <a:pt x="1609725" y="990598"/>
                </a:lnTo>
                <a:cubicBezTo>
                  <a:pt x="1609725" y="1053725"/>
                  <a:pt x="1558550" y="1104900"/>
                  <a:pt x="149542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189595" y="5033963"/>
            <a:ext cx="147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100M+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1982" y="5453063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Chansons disponibles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86950" y="4881563"/>
            <a:ext cx="1609725" cy="1104900"/>
          </a:xfrm>
          <a:custGeom>
            <a:avLst/>
            <a:gdLst/>
            <a:ahLst/>
            <a:cxnLst/>
            <a:rect l="l" t="t" r="r" b="b"/>
            <a:pathLst>
              <a:path w="1609725" h="1104900">
                <a:moveTo>
                  <a:pt x="114302" y="0"/>
                </a:moveTo>
                <a:lnTo>
                  <a:pt x="1495423" y="0"/>
                </a:lnTo>
                <a:cubicBezTo>
                  <a:pt x="1558550" y="0"/>
                  <a:pt x="1609725" y="51175"/>
                  <a:pt x="1609725" y="114302"/>
                </a:cubicBezTo>
                <a:lnTo>
                  <a:pt x="1609725" y="990598"/>
                </a:lnTo>
                <a:cubicBezTo>
                  <a:pt x="1609725" y="1053725"/>
                  <a:pt x="1558550" y="1104900"/>
                  <a:pt x="149542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953625" y="5033963"/>
            <a:ext cx="147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06013" y="5453063"/>
            <a:ext cx="137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Combinaisons possibles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437" y="343437"/>
            <a:ext cx="68687" cy="412124"/>
          </a:xfrm>
          <a:custGeom>
            <a:avLst/>
            <a:gdLst/>
            <a:ahLst/>
            <a:cxnLst/>
            <a:rect l="l" t="t" r="r" b="b"/>
            <a:pathLst>
              <a:path w="68687" h="412124">
                <a:moveTo>
                  <a:pt x="0" y="0"/>
                </a:moveTo>
                <a:lnTo>
                  <a:pt x="68687" y="0"/>
                </a:lnTo>
                <a:lnTo>
                  <a:pt x="68687" y="412124"/>
                </a:lnTo>
                <a:lnTo>
                  <a:pt x="0" y="412124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49499" y="343437"/>
            <a:ext cx="2944969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9499" y="824248"/>
            <a:ext cx="11384924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application web interactive complète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871" y="1274150"/>
            <a:ext cx="8034700" cy="2299308"/>
          </a:xfrm>
          <a:custGeom>
            <a:avLst/>
            <a:gdLst/>
            <a:ahLst/>
            <a:cxnLst/>
            <a:rect l="l" t="t" r="r" b="b"/>
            <a:pathLst>
              <a:path w="8034700" h="2299308">
                <a:moveTo>
                  <a:pt x="206064" y="0"/>
                </a:moveTo>
                <a:lnTo>
                  <a:pt x="7828636" y="0"/>
                </a:lnTo>
                <a:cubicBezTo>
                  <a:pt x="7942442" y="0"/>
                  <a:pt x="8034700" y="92258"/>
                  <a:pt x="8034700" y="206064"/>
                </a:cubicBezTo>
                <a:lnTo>
                  <a:pt x="8034700" y="2093244"/>
                </a:lnTo>
                <a:cubicBezTo>
                  <a:pt x="8034700" y="2207050"/>
                  <a:pt x="7942442" y="2299308"/>
                  <a:pt x="7828636" y="2299308"/>
                </a:cubicBezTo>
                <a:lnTo>
                  <a:pt x="206064" y="2299308"/>
                </a:lnTo>
                <a:cubicBezTo>
                  <a:pt x="92258" y="2299308"/>
                  <a:pt x="0" y="2207050"/>
                  <a:pt x="0" y="2093244"/>
                </a:cubicBezTo>
                <a:lnTo>
                  <a:pt x="0" y="206064"/>
                </a:lnTo>
                <a:cubicBezTo>
                  <a:pt x="0" y="92258"/>
                  <a:pt x="92258" y="0"/>
                  <a:pt x="206064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5055" y="1552334"/>
            <a:ext cx="824248" cy="824248"/>
          </a:xfrm>
          <a:custGeom>
            <a:avLst/>
            <a:gdLst/>
            <a:ahLst/>
            <a:cxnLst/>
            <a:rect l="l" t="t" r="r" b="b"/>
            <a:pathLst>
              <a:path w="824248" h="824248">
                <a:moveTo>
                  <a:pt x="137377" y="0"/>
                </a:moveTo>
                <a:lnTo>
                  <a:pt x="686870" y="0"/>
                </a:lnTo>
                <a:cubicBezTo>
                  <a:pt x="762691" y="0"/>
                  <a:pt x="824248" y="61557"/>
                  <a:pt x="824248" y="137377"/>
                </a:cubicBezTo>
                <a:lnTo>
                  <a:pt x="824248" y="686870"/>
                </a:lnTo>
                <a:cubicBezTo>
                  <a:pt x="824248" y="762691"/>
                  <a:pt x="762691" y="824248"/>
                  <a:pt x="686870" y="824248"/>
                </a:cubicBezTo>
                <a:lnTo>
                  <a:pt x="137377" y="824248"/>
                </a:lnTo>
                <a:cubicBezTo>
                  <a:pt x="61557" y="824248"/>
                  <a:pt x="0" y="762691"/>
                  <a:pt x="0" y="686870"/>
                </a:cubicBezTo>
                <a:lnTo>
                  <a:pt x="0" y="137377"/>
                </a:lnTo>
                <a:cubicBezTo>
                  <a:pt x="0" y="61506"/>
                  <a:pt x="61506" y="0"/>
                  <a:pt x="137377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882632" y="1809911"/>
            <a:ext cx="309093" cy="309093"/>
          </a:xfrm>
          <a:custGeom>
            <a:avLst/>
            <a:gdLst/>
            <a:ahLst/>
            <a:cxnLst/>
            <a:rect l="l" t="t" r="r" b="b"/>
            <a:pathLst>
              <a:path w="309093" h="309093">
                <a:moveTo>
                  <a:pt x="77273" y="193183"/>
                </a:moveTo>
                <a:lnTo>
                  <a:pt x="14791" y="193183"/>
                </a:lnTo>
                <a:cubicBezTo>
                  <a:pt x="-241" y="193183"/>
                  <a:pt x="-9478" y="176823"/>
                  <a:pt x="-1751" y="163904"/>
                </a:cubicBezTo>
                <a:lnTo>
                  <a:pt x="30185" y="110658"/>
                </a:lnTo>
                <a:cubicBezTo>
                  <a:pt x="35437" y="101904"/>
                  <a:pt x="44855" y="96592"/>
                  <a:pt x="55057" y="96592"/>
                </a:cubicBezTo>
                <a:lnTo>
                  <a:pt x="112408" y="96592"/>
                </a:lnTo>
                <a:cubicBezTo>
                  <a:pt x="158350" y="18775"/>
                  <a:pt x="226869" y="14851"/>
                  <a:pt x="272690" y="21552"/>
                </a:cubicBezTo>
                <a:cubicBezTo>
                  <a:pt x="280417" y="22699"/>
                  <a:pt x="286454" y="28736"/>
                  <a:pt x="287541" y="36403"/>
                </a:cubicBezTo>
                <a:cubicBezTo>
                  <a:pt x="294242" y="82224"/>
                  <a:pt x="290318" y="150743"/>
                  <a:pt x="212501" y="196685"/>
                </a:cubicBezTo>
                <a:lnTo>
                  <a:pt x="212501" y="254036"/>
                </a:lnTo>
                <a:cubicBezTo>
                  <a:pt x="212501" y="264238"/>
                  <a:pt x="207189" y="273656"/>
                  <a:pt x="198435" y="278908"/>
                </a:cubicBezTo>
                <a:lnTo>
                  <a:pt x="145189" y="310844"/>
                </a:lnTo>
                <a:cubicBezTo>
                  <a:pt x="132330" y="318571"/>
                  <a:pt x="115910" y="309274"/>
                  <a:pt x="115910" y="294302"/>
                </a:cubicBezTo>
                <a:lnTo>
                  <a:pt x="115910" y="231820"/>
                </a:lnTo>
                <a:cubicBezTo>
                  <a:pt x="115910" y="210509"/>
                  <a:pt x="98584" y="193183"/>
                  <a:pt x="77273" y="193183"/>
                </a:cubicBezTo>
                <a:lnTo>
                  <a:pt x="77213" y="193183"/>
                </a:lnTo>
                <a:close/>
                <a:moveTo>
                  <a:pt x="241479" y="96592"/>
                </a:moveTo>
                <a:cubicBezTo>
                  <a:pt x="241479" y="80598"/>
                  <a:pt x="228495" y="67614"/>
                  <a:pt x="212501" y="67614"/>
                </a:cubicBezTo>
                <a:cubicBezTo>
                  <a:pt x="196508" y="67614"/>
                  <a:pt x="183524" y="80598"/>
                  <a:pt x="183524" y="96592"/>
                </a:cubicBezTo>
                <a:cubicBezTo>
                  <a:pt x="183524" y="112585"/>
                  <a:pt x="196508" y="125569"/>
                  <a:pt x="212501" y="125569"/>
                </a:cubicBezTo>
                <a:cubicBezTo>
                  <a:pt x="228495" y="125569"/>
                  <a:pt x="241479" y="112585"/>
                  <a:pt x="241479" y="96592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655365" y="1655365"/>
            <a:ext cx="3391437" cy="309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28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Application Web Interactive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5365" y="2033145"/>
            <a:ext cx="3348507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Développée avec Streamlit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5055" y="2582644"/>
            <a:ext cx="7555606" cy="506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solution complète qui combine </a:t>
            </a:r>
            <a:pPr>
              <a:lnSpc>
                <a:spcPct val="140000"/>
              </a:lnSpc>
            </a:pPr>
            <a:r>
              <a:rPr lang="en-US" sz="1217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de données</a:t>
            </a:r>
            <a:pPr>
              <a:lnSpc>
                <a:spcPct val="140000"/>
              </a:lnSpc>
            </a:pPr>
            <a:r>
              <a:rPr lang="en-US" sz="121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17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interactive</a:t>
            </a:r>
            <a:pPr>
              <a:lnSpc>
                <a:spcPct val="140000"/>
              </a:lnSpc>
            </a:pPr>
            <a:r>
              <a:rPr lang="en-US" sz="121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40000"/>
              </a:lnSpc>
            </a:pPr>
            <a:r>
              <a:rPr lang="en-US" sz="1217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intelligentes</a:t>
            </a:r>
            <a:pPr>
              <a:lnSpc>
                <a:spcPct val="140000"/>
              </a:lnSpc>
            </a:pPr>
            <a:r>
              <a:rPr lang="en-US" sz="121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offrir une expérience utilisateur optimale.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6871" y="3782097"/>
            <a:ext cx="3930632" cy="1449303"/>
          </a:xfrm>
          <a:custGeom>
            <a:avLst/>
            <a:gdLst/>
            <a:ahLst/>
            <a:cxnLst/>
            <a:rect l="l" t="t" r="r" b="b"/>
            <a:pathLst>
              <a:path w="3930632" h="1449303">
                <a:moveTo>
                  <a:pt x="137379" y="0"/>
                </a:moveTo>
                <a:lnTo>
                  <a:pt x="3793253" y="0"/>
                </a:lnTo>
                <a:cubicBezTo>
                  <a:pt x="3869125" y="0"/>
                  <a:pt x="3930632" y="61507"/>
                  <a:pt x="3930632" y="137379"/>
                </a:cubicBezTo>
                <a:lnTo>
                  <a:pt x="3930632" y="1311923"/>
                </a:lnTo>
                <a:cubicBezTo>
                  <a:pt x="3930632" y="1387796"/>
                  <a:pt x="3869125" y="1449303"/>
                  <a:pt x="3793253" y="1449303"/>
                </a:cubicBezTo>
                <a:lnTo>
                  <a:pt x="137379" y="1449303"/>
                </a:lnTo>
                <a:cubicBezTo>
                  <a:pt x="61507" y="1449303"/>
                  <a:pt x="0" y="1387796"/>
                  <a:pt x="0" y="1311923"/>
                </a:cubicBezTo>
                <a:lnTo>
                  <a:pt x="0" y="137379"/>
                </a:lnTo>
                <a:cubicBezTo>
                  <a:pt x="0" y="61507"/>
                  <a:pt x="61507" y="0"/>
                  <a:pt x="13737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367" y="3991593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3742" y="4128968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67425" y="83713"/>
                </a:moveTo>
                <a:cubicBezTo>
                  <a:pt x="167425" y="102186"/>
                  <a:pt x="161429" y="119250"/>
                  <a:pt x="151327" y="133095"/>
                </a:cubicBezTo>
                <a:lnTo>
                  <a:pt x="202279" y="184087"/>
                </a:lnTo>
                <a:cubicBezTo>
                  <a:pt x="207310" y="189118"/>
                  <a:pt x="207310" y="197288"/>
                  <a:pt x="202279" y="202319"/>
                </a:cubicBezTo>
                <a:cubicBezTo>
                  <a:pt x="197248" y="207350"/>
                  <a:pt x="189078" y="207350"/>
                  <a:pt x="184047" y="202319"/>
                </a:cubicBezTo>
                <a:lnTo>
                  <a:pt x="133095" y="151327"/>
                </a:lnTo>
                <a:cubicBezTo>
                  <a:pt x="119250" y="161429"/>
                  <a:pt x="102186" y="167425"/>
                  <a:pt x="83713" y="167425"/>
                </a:cubicBezTo>
                <a:cubicBezTo>
                  <a:pt x="37469" y="167425"/>
                  <a:pt x="0" y="129956"/>
                  <a:pt x="0" y="83713"/>
                </a:cubicBezTo>
                <a:cubicBezTo>
                  <a:pt x="0" y="37469"/>
                  <a:pt x="37469" y="0"/>
                  <a:pt x="83713" y="0"/>
                </a:cubicBezTo>
                <a:cubicBezTo>
                  <a:pt x="129956" y="0"/>
                  <a:pt x="167425" y="37469"/>
                  <a:pt x="167425" y="83713"/>
                </a:cubicBezTo>
                <a:close/>
                <a:moveTo>
                  <a:pt x="83713" y="141668"/>
                </a:moveTo>
                <a:cubicBezTo>
                  <a:pt x="115699" y="141668"/>
                  <a:pt x="141668" y="115699"/>
                  <a:pt x="141668" y="83713"/>
                </a:cubicBezTo>
                <a:cubicBezTo>
                  <a:pt x="141668" y="51726"/>
                  <a:pt x="115699" y="25758"/>
                  <a:pt x="83713" y="25758"/>
                </a:cubicBezTo>
                <a:cubicBezTo>
                  <a:pt x="51726" y="25758"/>
                  <a:pt x="25758" y="51726"/>
                  <a:pt x="25758" y="83713"/>
                </a:cubicBezTo>
                <a:cubicBezTo>
                  <a:pt x="25758" y="115699"/>
                  <a:pt x="51726" y="141668"/>
                  <a:pt x="83713" y="141668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553" y="4111796"/>
            <a:ext cx="935865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Recherche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6367" y="4609779"/>
            <a:ext cx="358032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 intelligente de chansons et d'artistes avec filtres avancés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52763" y="3782097"/>
            <a:ext cx="3930632" cy="1449303"/>
          </a:xfrm>
          <a:custGeom>
            <a:avLst/>
            <a:gdLst/>
            <a:ahLst/>
            <a:cxnLst/>
            <a:rect l="l" t="t" r="r" b="b"/>
            <a:pathLst>
              <a:path w="3930632" h="1449303">
                <a:moveTo>
                  <a:pt x="137379" y="0"/>
                </a:moveTo>
                <a:lnTo>
                  <a:pt x="3793253" y="0"/>
                </a:lnTo>
                <a:cubicBezTo>
                  <a:pt x="3869125" y="0"/>
                  <a:pt x="3930632" y="61507"/>
                  <a:pt x="3930632" y="137379"/>
                </a:cubicBezTo>
                <a:lnTo>
                  <a:pt x="3930632" y="1311923"/>
                </a:lnTo>
                <a:cubicBezTo>
                  <a:pt x="3930632" y="1387796"/>
                  <a:pt x="3869125" y="1449303"/>
                  <a:pt x="3793253" y="1449303"/>
                </a:cubicBezTo>
                <a:lnTo>
                  <a:pt x="137379" y="1449303"/>
                </a:lnTo>
                <a:cubicBezTo>
                  <a:pt x="61507" y="1449303"/>
                  <a:pt x="0" y="1387796"/>
                  <a:pt x="0" y="1311923"/>
                </a:cubicBezTo>
                <a:lnTo>
                  <a:pt x="0" y="137379"/>
                </a:lnTo>
                <a:cubicBezTo>
                  <a:pt x="0" y="61507"/>
                  <a:pt x="61507" y="0"/>
                  <a:pt x="13737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2260" y="3991593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99634" y="4128968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2879" y="12879"/>
                </a:moveTo>
                <a:cubicBezTo>
                  <a:pt x="20003" y="12879"/>
                  <a:pt x="25758" y="18634"/>
                  <a:pt x="25758" y="25758"/>
                </a:cubicBezTo>
                <a:lnTo>
                  <a:pt x="25758" y="160986"/>
                </a:lnTo>
                <a:cubicBezTo>
                  <a:pt x="25758" y="164528"/>
                  <a:pt x="28655" y="167425"/>
                  <a:pt x="32197" y="167425"/>
                </a:cubicBezTo>
                <a:lnTo>
                  <a:pt x="193183" y="167425"/>
                </a:lnTo>
                <a:cubicBezTo>
                  <a:pt x="200307" y="167425"/>
                  <a:pt x="206062" y="173181"/>
                  <a:pt x="206062" y="180304"/>
                </a:cubicBezTo>
                <a:cubicBezTo>
                  <a:pt x="206062" y="187428"/>
                  <a:pt x="200307" y="193183"/>
                  <a:pt x="193183" y="193183"/>
                </a:cubicBezTo>
                <a:lnTo>
                  <a:pt x="32197" y="193183"/>
                </a:lnTo>
                <a:cubicBezTo>
                  <a:pt x="14408" y="193183"/>
                  <a:pt x="0" y="178775"/>
                  <a:pt x="0" y="160986"/>
                </a:cubicBezTo>
                <a:lnTo>
                  <a:pt x="0" y="25758"/>
                </a:lnTo>
                <a:cubicBezTo>
                  <a:pt x="0" y="18634"/>
                  <a:pt x="5755" y="12879"/>
                  <a:pt x="12879" y="12879"/>
                </a:cubicBezTo>
                <a:close/>
                <a:moveTo>
                  <a:pt x="51515" y="38637"/>
                </a:moveTo>
                <a:cubicBezTo>
                  <a:pt x="51515" y="31513"/>
                  <a:pt x="57271" y="25758"/>
                  <a:pt x="64394" y="25758"/>
                </a:cubicBezTo>
                <a:lnTo>
                  <a:pt x="141668" y="25758"/>
                </a:lnTo>
                <a:cubicBezTo>
                  <a:pt x="148791" y="25758"/>
                  <a:pt x="154546" y="31513"/>
                  <a:pt x="154546" y="38637"/>
                </a:cubicBezTo>
                <a:cubicBezTo>
                  <a:pt x="154546" y="45760"/>
                  <a:pt x="148791" y="51515"/>
                  <a:pt x="141668" y="51515"/>
                </a:cubicBezTo>
                <a:lnTo>
                  <a:pt x="64394" y="51515"/>
                </a:lnTo>
                <a:cubicBezTo>
                  <a:pt x="57271" y="51515"/>
                  <a:pt x="51515" y="45760"/>
                  <a:pt x="51515" y="38637"/>
                </a:cubicBezTo>
                <a:close/>
                <a:moveTo>
                  <a:pt x="64394" y="70834"/>
                </a:moveTo>
                <a:lnTo>
                  <a:pt x="115910" y="70834"/>
                </a:lnTo>
                <a:cubicBezTo>
                  <a:pt x="123033" y="70834"/>
                  <a:pt x="128789" y="76589"/>
                  <a:pt x="128789" y="83713"/>
                </a:cubicBezTo>
                <a:cubicBezTo>
                  <a:pt x="128789" y="90836"/>
                  <a:pt x="123033" y="96592"/>
                  <a:pt x="115910" y="96592"/>
                </a:cubicBezTo>
                <a:lnTo>
                  <a:pt x="64394" y="96592"/>
                </a:lnTo>
                <a:cubicBezTo>
                  <a:pt x="57271" y="96592"/>
                  <a:pt x="51515" y="90836"/>
                  <a:pt x="51515" y="83713"/>
                </a:cubicBezTo>
                <a:cubicBezTo>
                  <a:pt x="51515" y="76589"/>
                  <a:pt x="57271" y="70834"/>
                  <a:pt x="64394" y="70834"/>
                </a:cubicBezTo>
                <a:close/>
                <a:moveTo>
                  <a:pt x="64394" y="115910"/>
                </a:moveTo>
                <a:lnTo>
                  <a:pt x="167425" y="115910"/>
                </a:lnTo>
                <a:cubicBezTo>
                  <a:pt x="174549" y="115910"/>
                  <a:pt x="180304" y="121665"/>
                  <a:pt x="180304" y="128789"/>
                </a:cubicBezTo>
                <a:cubicBezTo>
                  <a:pt x="180304" y="135912"/>
                  <a:pt x="174549" y="141668"/>
                  <a:pt x="167425" y="141668"/>
                </a:cubicBezTo>
                <a:lnTo>
                  <a:pt x="64394" y="141668"/>
                </a:lnTo>
                <a:cubicBezTo>
                  <a:pt x="57271" y="141668"/>
                  <a:pt x="51515" y="135912"/>
                  <a:pt x="51515" y="128789"/>
                </a:cubicBezTo>
                <a:cubicBezTo>
                  <a:pt x="51515" y="121665"/>
                  <a:pt x="57271" y="115910"/>
                  <a:pt x="64394" y="11591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280445" y="4111796"/>
            <a:ext cx="695459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2260" y="4609779"/>
            <a:ext cx="358032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approfondie des données musicales et caractéristiques audio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6871" y="5409985"/>
            <a:ext cx="3930632" cy="1449303"/>
          </a:xfrm>
          <a:custGeom>
            <a:avLst/>
            <a:gdLst/>
            <a:ahLst/>
            <a:cxnLst/>
            <a:rect l="l" t="t" r="r" b="b"/>
            <a:pathLst>
              <a:path w="3930632" h="1449303">
                <a:moveTo>
                  <a:pt x="137379" y="0"/>
                </a:moveTo>
                <a:lnTo>
                  <a:pt x="3793253" y="0"/>
                </a:lnTo>
                <a:cubicBezTo>
                  <a:pt x="3869125" y="0"/>
                  <a:pt x="3930632" y="61507"/>
                  <a:pt x="3930632" y="137379"/>
                </a:cubicBezTo>
                <a:lnTo>
                  <a:pt x="3930632" y="1311923"/>
                </a:lnTo>
                <a:cubicBezTo>
                  <a:pt x="3930632" y="1387796"/>
                  <a:pt x="3869125" y="1449303"/>
                  <a:pt x="3793253" y="1449303"/>
                </a:cubicBezTo>
                <a:lnTo>
                  <a:pt x="137379" y="1449303"/>
                </a:lnTo>
                <a:cubicBezTo>
                  <a:pt x="61507" y="1449303"/>
                  <a:pt x="0" y="1387796"/>
                  <a:pt x="0" y="1311923"/>
                </a:cubicBezTo>
                <a:lnTo>
                  <a:pt x="0" y="137379"/>
                </a:lnTo>
                <a:cubicBezTo>
                  <a:pt x="0" y="61507"/>
                  <a:pt x="61507" y="0"/>
                  <a:pt x="13737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6367" y="5619482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3742" y="5756856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60382" y="4910"/>
                </a:moveTo>
                <a:lnTo>
                  <a:pt x="124885" y="40407"/>
                </a:lnTo>
                <a:lnTo>
                  <a:pt x="165655" y="81177"/>
                </a:lnTo>
                <a:lnTo>
                  <a:pt x="201152" y="45680"/>
                </a:lnTo>
                <a:cubicBezTo>
                  <a:pt x="204291" y="42500"/>
                  <a:pt x="206062" y="38234"/>
                  <a:pt x="206062" y="33807"/>
                </a:cubicBezTo>
                <a:cubicBezTo>
                  <a:pt x="206062" y="29380"/>
                  <a:pt x="204291" y="25114"/>
                  <a:pt x="201152" y="21934"/>
                </a:cubicBezTo>
                <a:lnTo>
                  <a:pt x="184128" y="4910"/>
                </a:lnTo>
                <a:cubicBezTo>
                  <a:pt x="180948" y="1771"/>
                  <a:pt x="176682" y="0"/>
                  <a:pt x="172255" y="0"/>
                </a:cubicBezTo>
                <a:cubicBezTo>
                  <a:pt x="167828" y="0"/>
                  <a:pt x="163562" y="1771"/>
                  <a:pt x="160382" y="4910"/>
                </a:cubicBezTo>
                <a:close/>
                <a:moveTo>
                  <a:pt x="111241" y="54051"/>
                </a:moveTo>
                <a:lnTo>
                  <a:pt x="4910" y="160382"/>
                </a:lnTo>
                <a:cubicBezTo>
                  <a:pt x="1771" y="163562"/>
                  <a:pt x="0" y="167828"/>
                  <a:pt x="0" y="172255"/>
                </a:cubicBezTo>
                <a:cubicBezTo>
                  <a:pt x="0" y="176682"/>
                  <a:pt x="1771" y="180948"/>
                  <a:pt x="4910" y="184128"/>
                </a:cubicBezTo>
                <a:lnTo>
                  <a:pt x="21934" y="201152"/>
                </a:lnTo>
                <a:cubicBezTo>
                  <a:pt x="25114" y="204291"/>
                  <a:pt x="29380" y="206062"/>
                  <a:pt x="33807" y="206062"/>
                </a:cubicBezTo>
                <a:cubicBezTo>
                  <a:pt x="38234" y="206062"/>
                  <a:pt x="42500" y="204291"/>
                  <a:pt x="45680" y="201152"/>
                </a:cubicBezTo>
                <a:lnTo>
                  <a:pt x="152011" y="94821"/>
                </a:lnTo>
                <a:lnTo>
                  <a:pt x="111241" y="54051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4" name="Text 22"/>
          <p:cNvSpPr/>
          <p:nvPr/>
        </p:nvSpPr>
        <p:spPr>
          <a:xfrm>
            <a:off x="1174553" y="5739685"/>
            <a:ext cx="1571223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Recommandations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6367" y="6237668"/>
            <a:ext cx="358032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personnalisées basées sur l'IA et le machine learning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2763" y="5409985"/>
            <a:ext cx="3930632" cy="1449303"/>
          </a:xfrm>
          <a:custGeom>
            <a:avLst/>
            <a:gdLst/>
            <a:ahLst/>
            <a:cxnLst/>
            <a:rect l="l" t="t" r="r" b="b"/>
            <a:pathLst>
              <a:path w="3930632" h="1449303">
                <a:moveTo>
                  <a:pt x="137379" y="0"/>
                </a:moveTo>
                <a:lnTo>
                  <a:pt x="3793253" y="0"/>
                </a:lnTo>
                <a:cubicBezTo>
                  <a:pt x="3869125" y="0"/>
                  <a:pt x="3930632" y="61507"/>
                  <a:pt x="3930632" y="137379"/>
                </a:cubicBezTo>
                <a:lnTo>
                  <a:pt x="3930632" y="1311923"/>
                </a:lnTo>
                <a:cubicBezTo>
                  <a:pt x="3930632" y="1387796"/>
                  <a:pt x="3869125" y="1449303"/>
                  <a:pt x="3793253" y="1449303"/>
                </a:cubicBezTo>
                <a:lnTo>
                  <a:pt x="137379" y="1449303"/>
                </a:lnTo>
                <a:cubicBezTo>
                  <a:pt x="61507" y="1449303"/>
                  <a:pt x="0" y="1387796"/>
                  <a:pt x="0" y="1311923"/>
                </a:cubicBezTo>
                <a:lnTo>
                  <a:pt x="0" y="137379"/>
                </a:lnTo>
                <a:cubicBezTo>
                  <a:pt x="0" y="61507"/>
                  <a:pt x="61507" y="0"/>
                  <a:pt x="13737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2260" y="5619482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99634" y="5756856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26522" y="91963"/>
                </a:moveTo>
                <a:cubicBezTo>
                  <a:pt x="31875" y="54534"/>
                  <a:pt x="64113" y="25758"/>
                  <a:pt x="103031" y="25758"/>
                </a:cubicBezTo>
                <a:cubicBezTo>
                  <a:pt x="124362" y="25758"/>
                  <a:pt x="143680" y="34411"/>
                  <a:pt x="157686" y="48376"/>
                </a:cubicBezTo>
                <a:cubicBezTo>
                  <a:pt x="157766" y="48457"/>
                  <a:pt x="157847" y="48537"/>
                  <a:pt x="157927" y="48618"/>
                </a:cubicBezTo>
                <a:lnTo>
                  <a:pt x="160986" y="51515"/>
                </a:lnTo>
                <a:lnTo>
                  <a:pt x="141708" y="51515"/>
                </a:lnTo>
                <a:cubicBezTo>
                  <a:pt x="134584" y="51515"/>
                  <a:pt x="128829" y="57271"/>
                  <a:pt x="128829" y="64394"/>
                </a:cubicBezTo>
                <a:cubicBezTo>
                  <a:pt x="128829" y="71518"/>
                  <a:pt x="134584" y="77273"/>
                  <a:pt x="141708" y="77273"/>
                </a:cubicBezTo>
                <a:lnTo>
                  <a:pt x="193223" y="77273"/>
                </a:lnTo>
                <a:cubicBezTo>
                  <a:pt x="200347" y="77273"/>
                  <a:pt x="206102" y="71518"/>
                  <a:pt x="206102" y="64394"/>
                </a:cubicBezTo>
                <a:lnTo>
                  <a:pt x="206102" y="12879"/>
                </a:lnTo>
                <a:cubicBezTo>
                  <a:pt x="206102" y="5755"/>
                  <a:pt x="200347" y="0"/>
                  <a:pt x="193223" y="0"/>
                </a:cubicBezTo>
                <a:cubicBezTo>
                  <a:pt x="186100" y="0"/>
                  <a:pt x="180344" y="5755"/>
                  <a:pt x="180344" y="12879"/>
                </a:cubicBezTo>
                <a:lnTo>
                  <a:pt x="180344" y="34370"/>
                </a:lnTo>
                <a:lnTo>
                  <a:pt x="175797" y="30064"/>
                </a:lnTo>
                <a:cubicBezTo>
                  <a:pt x="157162" y="11510"/>
                  <a:pt x="131405" y="0"/>
                  <a:pt x="103031" y="0"/>
                </a:cubicBezTo>
                <a:cubicBezTo>
                  <a:pt x="51113" y="0"/>
                  <a:pt x="8170" y="38395"/>
                  <a:pt x="1046" y="88341"/>
                </a:cubicBezTo>
                <a:cubicBezTo>
                  <a:pt x="40" y="95384"/>
                  <a:pt x="4910" y="101904"/>
                  <a:pt x="11953" y="102910"/>
                </a:cubicBezTo>
                <a:cubicBezTo>
                  <a:pt x="18996" y="103916"/>
                  <a:pt x="25516" y="99006"/>
                  <a:pt x="26522" y="92003"/>
                </a:cubicBezTo>
                <a:close/>
                <a:moveTo>
                  <a:pt x="205016" y="117721"/>
                </a:moveTo>
                <a:cubicBezTo>
                  <a:pt x="206022" y="110678"/>
                  <a:pt x="201112" y="104158"/>
                  <a:pt x="194109" y="103152"/>
                </a:cubicBezTo>
                <a:cubicBezTo>
                  <a:pt x="187106" y="102146"/>
                  <a:pt x="180546" y="107056"/>
                  <a:pt x="179540" y="114059"/>
                </a:cubicBezTo>
                <a:cubicBezTo>
                  <a:pt x="174187" y="151488"/>
                  <a:pt x="141949" y="180264"/>
                  <a:pt x="103031" y="180264"/>
                </a:cubicBezTo>
                <a:cubicBezTo>
                  <a:pt x="81700" y="180264"/>
                  <a:pt x="62382" y="171611"/>
                  <a:pt x="48376" y="157645"/>
                </a:cubicBezTo>
                <a:cubicBezTo>
                  <a:pt x="48296" y="157565"/>
                  <a:pt x="48215" y="157484"/>
                  <a:pt x="48135" y="157404"/>
                </a:cubicBezTo>
                <a:lnTo>
                  <a:pt x="45076" y="154506"/>
                </a:lnTo>
                <a:lnTo>
                  <a:pt x="64354" y="154506"/>
                </a:lnTo>
                <a:cubicBezTo>
                  <a:pt x="71478" y="154506"/>
                  <a:pt x="77233" y="148751"/>
                  <a:pt x="77233" y="141627"/>
                </a:cubicBezTo>
                <a:cubicBezTo>
                  <a:pt x="77233" y="134504"/>
                  <a:pt x="71478" y="128748"/>
                  <a:pt x="64354" y="128748"/>
                </a:cubicBezTo>
                <a:lnTo>
                  <a:pt x="12879" y="128789"/>
                </a:lnTo>
                <a:cubicBezTo>
                  <a:pt x="9458" y="128789"/>
                  <a:pt x="6158" y="130157"/>
                  <a:pt x="3743" y="132612"/>
                </a:cubicBezTo>
                <a:cubicBezTo>
                  <a:pt x="1328" y="135067"/>
                  <a:pt x="-40" y="138327"/>
                  <a:pt x="0" y="141788"/>
                </a:cubicBezTo>
                <a:lnTo>
                  <a:pt x="402" y="192901"/>
                </a:lnTo>
                <a:cubicBezTo>
                  <a:pt x="443" y="200025"/>
                  <a:pt x="6278" y="205740"/>
                  <a:pt x="13402" y="205660"/>
                </a:cubicBezTo>
                <a:cubicBezTo>
                  <a:pt x="20526" y="205579"/>
                  <a:pt x="26241" y="199784"/>
                  <a:pt x="26160" y="192660"/>
                </a:cubicBezTo>
                <a:lnTo>
                  <a:pt x="25999" y="171933"/>
                </a:lnTo>
                <a:lnTo>
                  <a:pt x="30306" y="175998"/>
                </a:lnTo>
                <a:cubicBezTo>
                  <a:pt x="48940" y="194551"/>
                  <a:pt x="74657" y="206062"/>
                  <a:pt x="103031" y="206062"/>
                </a:cubicBezTo>
                <a:cubicBezTo>
                  <a:pt x="154949" y="206062"/>
                  <a:pt x="197892" y="167667"/>
                  <a:pt x="205016" y="11772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5280445" y="5739685"/>
            <a:ext cx="652530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Playlist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62260" y="6237668"/>
            <a:ext cx="358032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et gestion de playlists personnalisées selon vos préférences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93106" y="1693573"/>
            <a:ext cx="3252345" cy="4746294"/>
          </a:xfrm>
          <a:custGeom>
            <a:avLst/>
            <a:gdLst/>
            <a:ahLst/>
            <a:cxnLst/>
            <a:rect l="l" t="t" r="r" b="b"/>
            <a:pathLst>
              <a:path w="3252345" h="4746294">
                <a:moveTo>
                  <a:pt x="206069" y="0"/>
                </a:moveTo>
                <a:lnTo>
                  <a:pt x="3046276" y="0"/>
                </a:lnTo>
                <a:cubicBezTo>
                  <a:pt x="3160085" y="0"/>
                  <a:pt x="3252345" y="92260"/>
                  <a:pt x="3252345" y="206069"/>
                </a:cubicBezTo>
                <a:lnTo>
                  <a:pt x="3252345" y="4540226"/>
                </a:lnTo>
                <a:cubicBezTo>
                  <a:pt x="3252345" y="4654034"/>
                  <a:pt x="3160085" y="4746294"/>
                  <a:pt x="3046276" y="4746294"/>
                </a:cubicBezTo>
                <a:lnTo>
                  <a:pt x="206069" y="4746294"/>
                </a:lnTo>
                <a:cubicBezTo>
                  <a:pt x="92260" y="4746294"/>
                  <a:pt x="0" y="4654034"/>
                  <a:pt x="0" y="4540226"/>
                </a:cubicBezTo>
                <a:lnTo>
                  <a:pt x="0" y="206069"/>
                </a:lnTo>
                <a:cubicBezTo>
                  <a:pt x="0" y="92260"/>
                  <a:pt x="92260" y="0"/>
                  <a:pt x="20606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14934" y="1971757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187146" y="4186"/>
                </a:moveTo>
                <a:cubicBezTo>
                  <a:pt x="199140" y="-1368"/>
                  <a:pt x="212984" y="-1368"/>
                  <a:pt x="224978" y="4186"/>
                </a:cubicBezTo>
                <a:lnTo>
                  <a:pt x="400935" y="85484"/>
                </a:lnTo>
                <a:cubicBezTo>
                  <a:pt x="407777" y="88623"/>
                  <a:pt x="412124" y="95465"/>
                  <a:pt x="412124" y="103031"/>
                </a:cubicBezTo>
                <a:cubicBezTo>
                  <a:pt x="412124" y="110597"/>
                  <a:pt x="407777" y="117439"/>
                  <a:pt x="400935" y="120578"/>
                </a:cubicBezTo>
                <a:lnTo>
                  <a:pt x="224978" y="201876"/>
                </a:lnTo>
                <a:cubicBezTo>
                  <a:pt x="212984" y="207430"/>
                  <a:pt x="199140" y="207430"/>
                  <a:pt x="187146" y="201876"/>
                </a:cubicBezTo>
                <a:lnTo>
                  <a:pt x="11189" y="120578"/>
                </a:lnTo>
                <a:cubicBezTo>
                  <a:pt x="4347" y="117359"/>
                  <a:pt x="0" y="110517"/>
                  <a:pt x="0" y="103031"/>
                </a:cubicBezTo>
                <a:cubicBezTo>
                  <a:pt x="0" y="95545"/>
                  <a:pt x="4347" y="88623"/>
                  <a:pt x="11189" y="85484"/>
                </a:cubicBezTo>
                <a:lnTo>
                  <a:pt x="187146" y="4186"/>
                </a:lnTo>
                <a:close/>
                <a:moveTo>
                  <a:pt x="38717" y="175797"/>
                </a:moveTo>
                <a:lnTo>
                  <a:pt x="170967" y="236891"/>
                </a:lnTo>
                <a:cubicBezTo>
                  <a:pt x="193264" y="247194"/>
                  <a:pt x="218941" y="247194"/>
                  <a:pt x="241237" y="236891"/>
                </a:cubicBezTo>
                <a:lnTo>
                  <a:pt x="373487" y="175797"/>
                </a:lnTo>
                <a:lnTo>
                  <a:pt x="400935" y="188515"/>
                </a:lnTo>
                <a:cubicBezTo>
                  <a:pt x="407777" y="191654"/>
                  <a:pt x="412124" y="198496"/>
                  <a:pt x="412124" y="206062"/>
                </a:cubicBezTo>
                <a:cubicBezTo>
                  <a:pt x="412124" y="213628"/>
                  <a:pt x="407777" y="220470"/>
                  <a:pt x="400935" y="223609"/>
                </a:cubicBezTo>
                <a:lnTo>
                  <a:pt x="224978" y="304907"/>
                </a:lnTo>
                <a:cubicBezTo>
                  <a:pt x="212984" y="310461"/>
                  <a:pt x="199140" y="310461"/>
                  <a:pt x="187146" y="304907"/>
                </a:cubicBezTo>
                <a:lnTo>
                  <a:pt x="11189" y="223609"/>
                </a:lnTo>
                <a:cubicBezTo>
                  <a:pt x="4347" y="220390"/>
                  <a:pt x="0" y="213548"/>
                  <a:pt x="0" y="206062"/>
                </a:cubicBezTo>
                <a:cubicBezTo>
                  <a:pt x="0" y="198576"/>
                  <a:pt x="4347" y="191654"/>
                  <a:pt x="11189" y="188515"/>
                </a:cubicBezTo>
                <a:lnTo>
                  <a:pt x="38637" y="175797"/>
                </a:lnTo>
                <a:close/>
                <a:moveTo>
                  <a:pt x="11189" y="291545"/>
                </a:moveTo>
                <a:lnTo>
                  <a:pt x="38637" y="278828"/>
                </a:lnTo>
                <a:lnTo>
                  <a:pt x="170887" y="339922"/>
                </a:lnTo>
                <a:cubicBezTo>
                  <a:pt x="193183" y="350225"/>
                  <a:pt x="218860" y="350225"/>
                  <a:pt x="241157" y="339922"/>
                </a:cubicBezTo>
                <a:lnTo>
                  <a:pt x="373407" y="278828"/>
                </a:lnTo>
                <a:lnTo>
                  <a:pt x="400855" y="291545"/>
                </a:lnTo>
                <a:cubicBezTo>
                  <a:pt x="407697" y="294685"/>
                  <a:pt x="412043" y="301527"/>
                  <a:pt x="412043" y="309093"/>
                </a:cubicBezTo>
                <a:cubicBezTo>
                  <a:pt x="412043" y="316659"/>
                  <a:pt x="407697" y="323501"/>
                  <a:pt x="400855" y="326640"/>
                </a:cubicBezTo>
                <a:lnTo>
                  <a:pt x="224897" y="407938"/>
                </a:lnTo>
                <a:cubicBezTo>
                  <a:pt x="212904" y="413492"/>
                  <a:pt x="199059" y="413492"/>
                  <a:pt x="187066" y="407938"/>
                </a:cubicBezTo>
                <a:lnTo>
                  <a:pt x="11189" y="326640"/>
                </a:lnTo>
                <a:cubicBezTo>
                  <a:pt x="4347" y="323421"/>
                  <a:pt x="0" y="316579"/>
                  <a:pt x="0" y="309093"/>
                </a:cubicBezTo>
                <a:cubicBezTo>
                  <a:pt x="0" y="301607"/>
                  <a:pt x="4347" y="294685"/>
                  <a:pt x="11189" y="291545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3" name="Text 31"/>
          <p:cNvSpPr/>
          <p:nvPr/>
        </p:nvSpPr>
        <p:spPr>
          <a:xfrm>
            <a:off x="8819775" y="2521255"/>
            <a:ext cx="2799008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71290" y="3001958"/>
            <a:ext cx="2695977" cy="686873"/>
          </a:xfrm>
          <a:custGeom>
            <a:avLst/>
            <a:gdLst/>
            <a:ahLst/>
            <a:cxnLst/>
            <a:rect l="l" t="t" r="r" b="b"/>
            <a:pathLst>
              <a:path w="2695977" h="686873">
                <a:moveTo>
                  <a:pt x="103031" y="0"/>
                </a:moveTo>
                <a:lnTo>
                  <a:pt x="2592946" y="0"/>
                </a:lnTo>
                <a:cubicBezTo>
                  <a:pt x="2649849" y="0"/>
                  <a:pt x="2695977" y="46129"/>
                  <a:pt x="2695977" y="103031"/>
                </a:cubicBezTo>
                <a:lnTo>
                  <a:pt x="2695977" y="583842"/>
                </a:lnTo>
                <a:cubicBezTo>
                  <a:pt x="2695977" y="640745"/>
                  <a:pt x="2649849" y="686873"/>
                  <a:pt x="2592946" y="686873"/>
                </a:cubicBezTo>
                <a:lnTo>
                  <a:pt x="103031" y="686873"/>
                </a:lnTo>
                <a:cubicBezTo>
                  <a:pt x="46129" y="686873"/>
                  <a:pt x="0" y="640745"/>
                  <a:pt x="0" y="583842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008665" y="3139332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68689" y="0"/>
                </a:moveTo>
                <a:lnTo>
                  <a:pt x="343435" y="0"/>
                </a:lnTo>
                <a:cubicBezTo>
                  <a:pt x="381346" y="0"/>
                  <a:pt x="412124" y="30778"/>
                  <a:pt x="412124" y="68689"/>
                </a:cubicBezTo>
                <a:lnTo>
                  <a:pt x="412124" y="343435"/>
                </a:lnTo>
                <a:cubicBezTo>
                  <a:pt x="412124" y="381346"/>
                  <a:pt x="381346" y="412124"/>
                  <a:pt x="343435" y="412124"/>
                </a:cubicBezTo>
                <a:lnTo>
                  <a:pt x="68689" y="412124"/>
                </a:lnTo>
                <a:cubicBezTo>
                  <a:pt x="30778" y="412124"/>
                  <a:pt x="0" y="381346"/>
                  <a:pt x="0" y="343435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6" name="Text 34"/>
          <p:cNvSpPr/>
          <p:nvPr/>
        </p:nvSpPr>
        <p:spPr>
          <a:xfrm>
            <a:off x="9187466" y="3225191"/>
            <a:ext cx="137375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1212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58164" y="3156504"/>
            <a:ext cx="1227786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Utilisateur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58164" y="3362566"/>
            <a:ext cx="1219200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Web App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871290" y="3826205"/>
            <a:ext cx="2695977" cy="686873"/>
          </a:xfrm>
          <a:custGeom>
            <a:avLst/>
            <a:gdLst/>
            <a:ahLst/>
            <a:cxnLst/>
            <a:rect l="l" t="t" r="r" b="b"/>
            <a:pathLst>
              <a:path w="2695977" h="686873">
                <a:moveTo>
                  <a:pt x="103031" y="0"/>
                </a:moveTo>
                <a:lnTo>
                  <a:pt x="2592946" y="0"/>
                </a:lnTo>
                <a:cubicBezTo>
                  <a:pt x="2649849" y="0"/>
                  <a:pt x="2695977" y="46129"/>
                  <a:pt x="2695977" y="103031"/>
                </a:cubicBezTo>
                <a:lnTo>
                  <a:pt x="2695977" y="583842"/>
                </a:lnTo>
                <a:cubicBezTo>
                  <a:pt x="2695977" y="640745"/>
                  <a:pt x="2649849" y="686873"/>
                  <a:pt x="2592946" y="686873"/>
                </a:cubicBezTo>
                <a:lnTo>
                  <a:pt x="103031" y="686873"/>
                </a:lnTo>
                <a:cubicBezTo>
                  <a:pt x="46129" y="686873"/>
                  <a:pt x="0" y="640745"/>
                  <a:pt x="0" y="583842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008665" y="3963580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68689" y="0"/>
                </a:moveTo>
                <a:lnTo>
                  <a:pt x="343435" y="0"/>
                </a:lnTo>
                <a:cubicBezTo>
                  <a:pt x="381346" y="0"/>
                  <a:pt x="412124" y="30778"/>
                  <a:pt x="412124" y="68689"/>
                </a:cubicBezTo>
                <a:lnTo>
                  <a:pt x="412124" y="343435"/>
                </a:lnTo>
                <a:cubicBezTo>
                  <a:pt x="412124" y="381346"/>
                  <a:pt x="381346" y="412124"/>
                  <a:pt x="343435" y="412124"/>
                </a:cubicBezTo>
                <a:lnTo>
                  <a:pt x="68689" y="412124"/>
                </a:lnTo>
                <a:cubicBezTo>
                  <a:pt x="30778" y="412124"/>
                  <a:pt x="0" y="381346"/>
                  <a:pt x="0" y="343435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70939" y="4049439"/>
            <a:ext cx="17171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558164" y="3980752"/>
            <a:ext cx="1107583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d'Analyse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558164" y="4186814"/>
            <a:ext cx="1098997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Pandas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871290" y="4650453"/>
            <a:ext cx="2695977" cy="686873"/>
          </a:xfrm>
          <a:custGeom>
            <a:avLst/>
            <a:gdLst/>
            <a:ahLst/>
            <a:cxnLst/>
            <a:rect l="l" t="t" r="r" b="b"/>
            <a:pathLst>
              <a:path w="2695977" h="686873">
                <a:moveTo>
                  <a:pt x="103031" y="0"/>
                </a:moveTo>
                <a:lnTo>
                  <a:pt x="2592946" y="0"/>
                </a:lnTo>
                <a:cubicBezTo>
                  <a:pt x="2649849" y="0"/>
                  <a:pt x="2695977" y="46129"/>
                  <a:pt x="2695977" y="103031"/>
                </a:cubicBezTo>
                <a:lnTo>
                  <a:pt x="2695977" y="583842"/>
                </a:lnTo>
                <a:cubicBezTo>
                  <a:pt x="2695977" y="640745"/>
                  <a:pt x="2649849" y="686873"/>
                  <a:pt x="2592946" y="686873"/>
                </a:cubicBezTo>
                <a:lnTo>
                  <a:pt x="103031" y="686873"/>
                </a:lnTo>
                <a:cubicBezTo>
                  <a:pt x="46129" y="686873"/>
                  <a:pt x="0" y="640745"/>
                  <a:pt x="0" y="583842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08665" y="4787828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68689" y="0"/>
                </a:moveTo>
                <a:lnTo>
                  <a:pt x="343435" y="0"/>
                </a:lnTo>
                <a:cubicBezTo>
                  <a:pt x="381346" y="0"/>
                  <a:pt x="412124" y="30778"/>
                  <a:pt x="412124" y="68689"/>
                </a:cubicBezTo>
                <a:lnTo>
                  <a:pt x="412124" y="343435"/>
                </a:lnTo>
                <a:cubicBezTo>
                  <a:pt x="412124" y="381346"/>
                  <a:pt x="381346" y="412124"/>
                  <a:pt x="343435" y="412124"/>
                </a:cubicBezTo>
                <a:lnTo>
                  <a:pt x="68689" y="412124"/>
                </a:lnTo>
                <a:cubicBezTo>
                  <a:pt x="30778" y="412124"/>
                  <a:pt x="0" y="381346"/>
                  <a:pt x="0" y="343435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9168792" y="4873687"/>
            <a:ext cx="180304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58164" y="4805000"/>
            <a:ext cx="1528293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&amp; Recommandations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558164" y="5011062"/>
            <a:ext cx="1519707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871290" y="5474701"/>
            <a:ext cx="2695977" cy="686873"/>
          </a:xfrm>
          <a:custGeom>
            <a:avLst/>
            <a:gdLst/>
            <a:ahLst/>
            <a:cxnLst/>
            <a:rect l="l" t="t" r="r" b="b"/>
            <a:pathLst>
              <a:path w="2695977" h="686873">
                <a:moveTo>
                  <a:pt x="103031" y="0"/>
                </a:moveTo>
                <a:lnTo>
                  <a:pt x="2592946" y="0"/>
                </a:lnTo>
                <a:cubicBezTo>
                  <a:pt x="2649849" y="0"/>
                  <a:pt x="2695977" y="46129"/>
                  <a:pt x="2695977" y="103031"/>
                </a:cubicBezTo>
                <a:lnTo>
                  <a:pt x="2695977" y="583842"/>
                </a:lnTo>
                <a:cubicBezTo>
                  <a:pt x="2695977" y="640745"/>
                  <a:pt x="2649849" y="686873"/>
                  <a:pt x="2592946" y="686873"/>
                </a:cubicBezTo>
                <a:lnTo>
                  <a:pt x="103031" y="686873"/>
                </a:lnTo>
                <a:cubicBezTo>
                  <a:pt x="46129" y="686873"/>
                  <a:pt x="0" y="640745"/>
                  <a:pt x="0" y="583842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08665" y="5612076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68689" y="0"/>
                </a:moveTo>
                <a:lnTo>
                  <a:pt x="343435" y="0"/>
                </a:lnTo>
                <a:cubicBezTo>
                  <a:pt x="381346" y="0"/>
                  <a:pt x="412124" y="30778"/>
                  <a:pt x="412124" y="68689"/>
                </a:cubicBezTo>
                <a:lnTo>
                  <a:pt x="412124" y="343435"/>
                </a:lnTo>
                <a:cubicBezTo>
                  <a:pt x="412124" y="381346"/>
                  <a:pt x="381346" y="412124"/>
                  <a:pt x="343435" y="412124"/>
                </a:cubicBezTo>
                <a:lnTo>
                  <a:pt x="68689" y="412124"/>
                </a:lnTo>
                <a:cubicBezTo>
                  <a:pt x="30778" y="412124"/>
                  <a:pt x="0" y="381346"/>
                  <a:pt x="0" y="343435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71046" y="5697935"/>
            <a:ext cx="17171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558164" y="5629248"/>
            <a:ext cx="93586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558164" y="5835310"/>
            <a:ext cx="927279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 Interactive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448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Spotify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données riches pour des recommandations intelligentes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34015"/>
            <a:ext cx="7189470" cy="3360420"/>
          </a:xfrm>
          <a:custGeom>
            <a:avLst/>
            <a:gdLst/>
            <a:ahLst/>
            <a:cxnLst/>
            <a:rect l="l" t="t" r="r" b="b"/>
            <a:pathLst>
              <a:path w="7189470" h="3360420">
                <a:moveTo>
                  <a:pt x="228609" y="0"/>
                </a:moveTo>
                <a:lnTo>
                  <a:pt x="6960861" y="0"/>
                </a:lnTo>
                <a:cubicBezTo>
                  <a:pt x="7087118" y="0"/>
                  <a:pt x="7189470" y="102352"/>
                  <a:pt x="7189470" y="228609"/>
                </a:cubicBezTo>
                <a:lnTo>
                  <a:pt x="7189470" y="3131811"/>
                </a:lnTo>
                <a:cubicBezTo>
                  <a:pt x="7189470" y="3258068"/>
                  <a:pt x="7087118" y="3360420"/>
                  <a:pt x="6960861" y="3360420"/>
                </a:cubicBezTo>
                <a:lnTo>
                  <a:pt x="228609" y="3360420"/>
                </a:lnTo>
                <a:cubicBezTo>
                  <a:pt x="102352" y="3360420"/>
                  <a:pt x="0" y="3258068"/>
                  <a:pt x="0" y="3131811"/>
                </a:cubicBezTo>
                <a:lnTo>
                  <a:pt x="0" y="228609"/>
                </a:lnTo>
                <a:cubicBezTo>
                  <a:pt x="0" y="102436"/>
                  <a:pt x="102436" y="0"/>
                  <a:pt x="228609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194262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1000601" y="222837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836420" y="2056923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Complet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36420" y="2476023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Milliers de chansons analysées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3420" y="3085623"/>
            <a:ext cx="3209925" cy="1600200"/>
          </a:xfrm>
          <a:custGeom>
            <a:avLst/>
            <a:gdLst/>
            <a:ahLst/>
            <a:cxnLst/>
            <a:rect l="l" t="t" r="r" b="b"/>
            <a:pathLst>
              <a:path w="3209925" h="1600200">
                <a:moveTo>
                  <a:pt x="114302" y="0"/>
                </a:moveTo>
                <a:lnTo>
                  <a:pt x="3095623" y="0"/>
                </a:lnTo>
                <a:cubicBezTo>
                  <a:pt x="3158708" y="0"/>
                  <a:pt x="3209925" y="51217"/>
                  <a:pt x="3209925" y="114302"/>
                </a:cubicBezTo>
                <a:lnTo>
                  <a:pt x="3209925" y="1485898"/>
                </a:lnTo>
                <a:cubicBezTo>
                  <a:pt x="3209925" y="1548983"/>
                  <a:pt x="3158708" y="1600200"/>
                  <a:pt x="30956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2495" y="32951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8955" y="3125"/>
                </a:moveTo>
                <a:cubicBezTo>
                  <a:pt x="212348" y="5849"/>
                  <a:pt x="214313" y="9957"/>
                  <a:pt x="214313" y="14288"/>
                </a:cubicBezTo>
                <a:lnTo>
                  <a:pt x="214313" y="150019"/>
                </a:lnTo>
                <a:cubicBezTo>
                  <a:pt x="214313" y="169753"/>
                  <a:pt x="195114" y="185738"/>
                  <a:pt x="171450" y="185738"/>
                </a:cubicBezTo>
                <a:cubicBezTo>
                  <a:pt x="147786" y="185738"/>
                  <a:pt x="128588" y="169753"/>
                  <a:pt x="128588" y="150019"/>
                </a:cubicBezTo>
                <a:cubicBezTo>
                  <a:pt x="128588" y="130284"/>
                  <a:pt x="147786" y="114300"/>
                  <a:pt x="171450" y="114300"/>
                </a:cubicBezTo>
                <a:cubicBezTo>
                  <a:pt x="176451" y="114300"/>
                  <a:pt x="181273" y="115014"/>
                  <a:pt x="185738" y="116354"/>
                </a:cubicBezTo>
                <a:lnTo>
                  <a:pt x="185738" y="64249"/>
                </a:lnTo>
                <a:lnTo>
                  <a:pt x="85725" y="86484"/>
                </a:lnTo>
                <a:lnTo>
                  <a:pt x="85725" y="178594"/>
                </a:lnTo>
                <a:cubicBezTo>
                  <a:pt x="85725" y="198328"/>
                  <a:pt x="66526" y="214313"/>
                  <a:pt x="42863" y="214313"/>
                </a:cubicBezTo>
                <a:cubicBezTo>
                  <a:pt x="19199" y="214313"/>
                  <a:pt x="0" y="198328"/>
                  <a:pt x="0" y="178594"/>
                </a:cubicBezTo>
                <a:cubicBezTo>
                  <a:pt x="0" y="158859"/>
                  <a:pt x="19199" y="142875"/>
                  <a:pt x="42863" y="142875"/>
                </a:cubicBezTo>
                <a:cubicBezTo>
                  <a:pt x="47863" y="142875"/>
                  <a:pt x="52685" y="143589"/>
                  <a:pt x="57150" y="144929"/>
                </a:cubicBezTo>
                <a:lnTo>
                  <a:pt x="57150" y="42863"/>
                </a:lnTo>
                <a:cubicBezTo>
                  <a:pt x="57150" y="36165"/>
                  <a:pt x="61793" y="30361"/>
                  <a:pt x="68357" y="28932"/>
                </a:cubicBezTo>
                <a:lnTo>
                  <a:pt x="196944" y="357"/>
                </a:lnTo>
                <a:cubicBezTo>
                  <a:pt x="201186" y="-580"/>
                  <a:pt x="205606" y="446"/>
                  <a:pt x="208999" y="317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3970" y="327612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Métadonnées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1304" y="37047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5370" y="36571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 de la chanson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1304" y="40095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5370" y="39619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Artiste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1304" y="4314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1055370" y="42667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Popularité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57650" y="3085623"/>
            <a:ext cx="3209925" cy="1600200"/>
          </a:xfrm>
          <a:custGeom>
            <a:avLst/>
            <a:gdLst/>
            <a:ahLst/>
            <a:cxnLst/>
            <a:rect l="l" t="t" r="r" b="b"/>
            <a:pathLst>
              <a:path w="3209925" h="1600200">
                <a:moveTo>
                  <a:pt x="114302" y="0"/>
                </a:moveTo>
                <a:lnTo>
                  <a:pt x="3095623" y="0"/>
                </a:lnTo>
                <a:cubicBezTo>
                  <a:pt x="3158708" y="0"/>
                  <a:pt x="3209925" y="51217"/>
                  <a:pt x="3209925" y="114302"/>
                </a:cubicBezTo>
                <a:lnTo>
                  <a:pt x="3209925" y="1485898"/>
                </a:lnTo>
                <a:cubicBezTo>
                  <a:pt x="3209925" y="1548983"/>
                  <a:pt x="3158708" y="1600200"/>
                  <a:pt x="30956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76725" y="32951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648200" y="327612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Caractéristiques Audio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75534" y="37047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419600" y="36571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Énergie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5534" y="40095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419600" y="39619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Danceability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5534" y="4314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4419600" y="4266723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Valence (humeur)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5230654"/>
            <a:ext cx="7189470" cy="1026795"/>
          </a:xfrm>
          <a:custGeom>
            <a:avLst/>
            <a:gdLst/>
            <a:ahLst/>
            <a:cxnLst/>
            <a:rect l="l" t="t" r="r" b="b"/>
            <a:pathLst>
              <a:path w="7189470" h="1026795">
                <a:moveTo>
                  <a:pt x="152397" y="0"/>
                </a:moveTo>
                <a:lnTo>
                  <a:pt x="7037073" y="0"/>
                </a:lnTo>
                <a:cubicBezTo>
                  <a:pt x="7121240" y="0"/>
                  <a:pt x="7189470" y="68230"/>
                  <a:pt x="7189470" y="152397"/>
                </a:cubicBezTo>
                <a:lnTo>
                  <a:pt x="7189470" y="874398"/>
                </a:lnTo>
                <a:cubicBezTo>
                  <a:pt x="7189470" y="958565"/>
                  <a:pt x="7121240" y="1026795"/>
                  <a:pt x="7037073" y="1026795"/>
                </a:cubicBezTo>
                <a:lnTo>
                  <a:pt x="152397" y="1026795"/>
                </a:lnTo>
                <a:cubicBezTo>
                  <a:pt x="68230" y="1026795"/>
                  <a:pt x="0" y="958565"/>
                  <a:pt x="0" y="874398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26" y="559879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245" y="5463064"/>
            <a:ext cx="64198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 données permettent de comprendre le mood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chaque chanson et d'établir des connexions entre les morceaux similaires.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4310" y="1615440"/>
            <a:ext cx="3989070" cy="4655820"/>
          </a:xfrm>
          <a:custGeom>
            <a:avLst/>
            <a:gdLst/>
            <a:ahLst/>
            <a:cxnLst/>
            <a:rect l="l" t="t" r="r" b="b"/>
            <a:pathLst>
              <a:path w="3989070" h="4655820">
                <a:moveTo>
                  <a:pt x="228614" y="0"/>
                </a:moveTo>
                <a:lnTo>
                  <a:pt x="3760456" y="0"/>
                </a:lnTo>
                <a:cubicBezTo>
                  <a:pt x="3886716" y="0"/>
                  <a:pt x="3989070" y="102354"/>
                  <a:pt x="3989070" y="228614"/>
                </a:cubicBezTo>
                <a:lnTo>
                  <a:pt x="3989070" y="4427206"/>
                </a:lnTo>
                <a:cubicBezTo>
                  <a:pt x="3989070" y="4553466"/>
                  <a:pt x="3886716" y="4655820"/>
                  <a:pt x="3760456" y="4655820"/>
                </a:cubicBezTo>
                <a:lnTo>
                  <a:pt x="228614" y="4655820"/>
                </a:lnTo>
                <a:cubicBezTo>
                  <a:pt x="102354" y="4655820"/>
                  <a:pt x="0" y="4553466"/>
                  <a:pt x="0" y="4427206"/>
                </a:cubicBezTo>
                <a:lnTo>
                  <a:pt x="0" y="228614"/>
                </a:lnTo>
                <a:cubicBezTo>
                  <a:pt x="0" y="102354"/>
                  <a:pt x="102354" y="0"/>
                  <a:pt x="22861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770" y="192405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Caractéristiques Audio Clés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22920" y="2457331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114297" y="0"/>
                </a:moveTo>
                <a:lnTo>
                  <a:pt x="3257553" y="0"/>
                </a:lnTo>
                <a:cubicBezTo>
                  <a:pt x="3320678" y="0"/>
                  <a:pt x="3371850" y="51172"/>
                  <a:pt x="3371850" y="114297"/>
                </a:cubicBezTo>
                <a:lnTo>
                  <a:pt x="3371850" y="952503"/>
                </a:lnTo>
                <a:cubicBezTo>
                  <a:pt x="3371850" y="1015628"/>
                  <a:pt x="3320678" y="1066800"/>
                  <a:pt x="325755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13420" y="2647831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Énergie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49000" y="2666881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0 - 1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13420" y="2952631"/>
            <a:ext cx="2990850" cy="114300"/>
          </a:xfrm>
          <a:custGeom>
            <a:avLst/>
            <a:gdLst/>
            <a:ahLst/>
            <a:cxnLst/>
            <a:rect l="l" t="t" r="r" b="b"/>
            <a:pathLst>
              <a:path w="2990850" h="114300">
                <a:moveTo>
                  <a:pt x="57150" y="0"/>
                </a:moveTo>
                <a:lnTo>
                  <a:pt x="2933700" y="0"/>
                </a:lnTo>
                <a:cubicBezTo>
                  <a:pt x="2965242" y="0"/>
                  <a:pt x="2990850" y="25608"/>
                  <a:pt x="2990850" y="57150"/>
                </a:cubicBezTo>
                <a:lnTo>
                  <a:pt x="2990850" y="57150"/>
                </a:lnTo>
                <a:cubicBezTo>
                  <a:pt x="2990850" y="88692"/>
                  <a:pt x="2965242" y="114300"/>
                  <a:pt x="2933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13420" y="2952631"/>
            <a:ext cx="2247900" cy="114300"/>
          </a:xfrm>
          <a:custGeom>
            <a:avLst/>
            <a:gdLst/>
            <a:ahLst/>
            <a:cxnLst/>
            <a:rect l="l" t="t" r="r" b="b"/>
            <a:pathLst>
              <a:path w="2247900" h="114300">
                <a:moveTo>
                  <a:pt x="57150" y="0"/>
                </a:moveTo>
                <a:lnTo>
                  <a:pt x="2190750" y="0"/>
                </a:lnTo>
                <a:cubicBezTo>
                  <a:pt x="2222292" y="0"/>
                  <a:pt x="2247900" y="25608"/>
                  <a:pt x="2247900" y="57150"/>
                </a:cubicBezTo>
                <a:lnTo>
                  <a:pt x="2247900" y="57150"/>
                </a:lnTo>
                <a:cubicBezTo>
                  <a:pt x="2247900" y="88692"/>
                  <a:pt x="2222292" y="114300"/>
                  <a:pt x="21907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/>
              </a:gs>
              <a:gs pos="100000">
                <a:srgbClr val="1ED760"/>
              </a:gs>
            </a:gsLst>
            <a:lin ang="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8313420" y="31431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Intensité et puissance perceptive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2920" y="3676531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114297" y="0"/>
                </a:moveTo>
                <a:lnTo>
                  <a:pt x="3257553" y="0"/>
                </a:lnTo>
                <a:cubicBezTo>
                  <a:pt x="3320678" y="0"/>
                  <a:pt x="3371850" y="51172"/>
                  <a:pt x="3371850" y="114297"/>
                </a:cubicBezTo>
                <a:lnTo>
                  <a:pt x="3371850" y="952503"/>
                </a:lnTo>
                <a:cubicBezTo>
                  <a:pt x="3371850" y="1015628"/>
                  <a:pt x="3320678" y="1066800"/>
                  <a:pt x="325755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13420" y="3867031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Danceability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49000" y="3886081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0 - 1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3420" y="4171831"/>
            <a:ext cx="2990850" cy="114300"/>
          </a:xfrm>
          <a:custGeom>
            <a:avLst/>
            <a:gdLst/>
            <a:ahLst/>
            <a:cxnLst/>
            <a:rect l="l" t="t" r="r" b="b"/>
            <a:pathLst>
              <a:path w="2990850" h="114300">
                <a:moveTo>
                  <a:pt x="57150" y="0"/>
                </a:moveTo>
                <a:lnTo>
                  <a:pt x="2933700" y="0"/>
                </a:lnTo>
                <a:cubicBezTo>
                  <a:pt x="2965242" y="0"/>
                  <a:pt x="2990850" y="25608"/>
                  <a:pt x="2990850" y="57150"/>
                </a:cubicBezTo>
                <a:lnTo>
                  <a:pt x="2990850" y="57150"/>
                </a:lnTo>
                <a:cubicBezTo>
                  <a:pt x="2990850" y="88692"/>
                  <a:pt x="2965242" y="114300"/>
                  <a:pt x="2933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13420" y="4171831"/>
            <a:ext cx="2543175" cy="114300"/>
          </a:xfrm>
          <a:custGeom>
            <a:avLst/>
            <a:gdLst/>
            <a:ahLst/>
            <a:cxnLst/>
            <a:rect l="l" t="t" r="r" b="b"/>
            <a:pathLst>
              <a:path w="2543175" h="114300">
                <a:moveTo>
                  <a:pt x="57150" y="0"/>
                </a:moveTo>
                <a:lnTo>
                  <a:pt x="2486025" y="0"/>
                </a:lnTo>
                <a:cubicBezTo>
                  <a:pt x="2517567" y="0"/>
                  <a:pt x="2543175" y="25608"/>
                  <a:pt x="2543175" y="57150"/>
                </a:cubicBezTo>
                <a:lnTo>
                  <a:pt x="2543175" y="57150"/>
                </a:lnTo>
                <a:cubicBezTo>
                  <a:pt x="2543175" y="88692"/>
                  <a:pt x="2517567" y="114300"/>
                  <a:pt x="24860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/>
              </a:gs>
              <a:gs pos="100000">
                <a:srgbClr val="FF8C61"/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8313420" y="43623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Adaptabilité pour danser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2920" y="4895731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114297" y="0"/>
                </a:moveTo>
                <a:lnTo>
                  <a:pt x="3257553" y="0"/>
                </a:lnTo>
                <a:cubicBezTo>
                  <a:pt x="3320678" y="0"/>
                  <a:pt x="3371850" y="51172"/>
                  <a:pt x="3371850" y="114297"/>
                </a:cubicBezTo>
                <a:lnTo>
                  <a:pt x="3371850" y="952503"/>
                </a:lnTo>
                <a:cubicBezTo>
                  <a:pt x="3371850" y="1015628"/>
                  <a:pt x="3320678" y="1066800"/>
                  <a:pt x="325755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13420" y="5086231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49000" y="5105281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0 - 1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13420" y="5391031"/>
            <a:ext cx="2990850" cy="114300"/>
          </a:xfrm>
          <a:custGeom>
            <a:avLst/>
            <a:gdLst/>
            <a:ahLst/>
            <a:cxnLst/>
            <a:rect l="l" t="t" r="r" b="b"/>
            <a:pathLst>
              <a:path w="2990850" h="114300">
                <a:moveTo>
                  <a:pt x="57150" y="0"/>
                </a:moveTo>
                <a:lnTo>
                  <a:pt x="2933700" y="0"/>
                </a:lnTo>
                <a:cubicBezTo>
                  <a:pt x="2965242" y="0"/>
                  <a:pt x="2990850" y="25608"/>
                  <a:pt x="2990850" y="57150"/>
                </a:cubicBezTo>
                <a:lnTo>
                  <a:pt x="2990850" y="57150"/>
                </a:lnTo>
                <a:cubicBezTo>
                  <a:pt x="2990850" y="88692"/>
                  <a:pt x="2965242" y="114300"/>
                  <a:pt x="2933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13420" y="5391031"/>
            <a:ext cx="1800225" cy="114300"/>
          </a:xfrm>
          <a:custGeom>
            <a:avLst/>
            <a:gdLst/>
            <a:ahLst/>
            <a:cxnLst/>
            <a:rect l="l" t="t" r="r" b="b"/>
            <a:pathLst>
              <a:path w="1800225" h="114300">
                <a:moveTo>
                  <a:pt x="57150" y="0"/>
                </a:moveTo>
                <a:lnTo>
                  <a:pt x="1743075" y="0"/>
                </a:lnTo>
                <a:cubicBezTo>
                  <a:pt x="1774617" y="0"/>
                  <a:pt x="1800225" y="25608"/>
                  <a:pt x="1800225" y="57150"/>
                </a:cubicBezTo>
                <a:lnTo>
                  <a:pt x="1800225" y="57150"/>
                </a:lnTo>
                <a:cubicBezTo>
                  <a:pt x="1800225" y="88692"/>
                  <a:pt x="1774617" y="114300"/>
                  <a:pt x="17430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/>
              </a:gs>
              <a:gs pos="100000">
                <a:srgbClr val="1ED760"/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8313420" y="55815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Positivité musicale (humeur)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847" y="339847"/>
            <a:ext cx="67969" cy="407816"/>
          </a:xfrm>
          <a:custGeom>
            <a:avLst/>
            <a:gdLst/>
            <a:ahLst/>
            <a:cxnLst/>
            <a:rect l="l" t="t" r="r" b="b"/>
            <a:pathLst>
              <a:path w="67969" h="407816">
                <a:moveTo>
                  <a:pt x="0" y="0"/>
                </a:moveTo>
                <a:lnTo>
                  <a:pt x="67969" y="0"/>
                </a:lnTo>
                <a:lnTo>
                  <a:pt x="67969" y="407816"/>
                </a:lnTo>
                <a:lnTo>
                  <a:pt x="0" y="407816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43755" y="339847"/>
            <a:ext cx="3313505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3755" y="815632"/>
            <a:ext cx="11393360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 modernes pour une solution robuste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245" y="1260831"/>
            <a:ext cx="3694134" cy="2691586"/>
          </a:xfrm>
          <a:custGeom>
            <a:avLst/>
            <a:gdLst/>
            <a:ahLst/>
            <a:cxnLst/>
            <a:rect l="l" t="t" r="r" b="b"/>
            <a:pathLst>
              <a:path w="3694134" h="2691586">
                <a:moveTo>
                  <a:pt x="203915" y="0"/>
                </a:moveTo>
                <a:lnTo>
                  <a:pt x="3490219" y="0"/>
                </a:lnTo>
                <a:cubicBezTo>
                  <a:pt x="3602838" y="0"/>
                  <a:pt x="3694134" y="91296"/>
                  <a:pt x="3694134" y="203915"/>
                </a:cubicBezTo>
                <a:lnTo>
                  <a:pt x="3694134" y="2487671"/>
                </a:lnTo>
                <a:cubicBezTo>
                  <a:pt x="3694134" y="2600290"/>
                  <a:pt x="3602838" y="2691586"/>
                  <a:pt x="3490219" y="2691586"/>
                </a:cubicBezTo>
                <a:lnTo>
                  <a:pt x="203915" y="2691586"/>
                </a:lnTo>
                <a:cubicBezTo>
                  <a:pt x="91371" y="2691586"/>
                  <a:pt x="0" y="2600215"/>
                  <a:pt x="0" y="2487671"/>
                </a:cubicBezTo>
                <a:lnTo>
                  <a:pt x="0" y="203915"/>
                </a:lnTo>
                <a:cubicBezTo>
                  <a:pt x="0" y="91371"/>
                  <a:pt x="91371" y="0"/>
                  <a:pt x="2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521" y="1536107"/>
            <a:ext cx="679693" cy="679693"/>
          </a:xfrm>
          <a:custGeom>
            <a:avLst/>
            <a:gdLst/>
            <a:ahLst/>
            <a:cxnLst/>
            <a:rect l="l" t="t" r="r" b="b"/>
            <a:pathLst>
              <a:path w="679693" h="679693">
                <a:moveTo>
                  <a:pt x="135939" y="0"/>
                </a:moveTo>
                <a:lnTo>
                  <a:pt x="543755" y="0"/>
                </a:lnTo>
                <a:cubicBezTo>
                  <a:pt x="618781" y="0"/>
                  <a:pt x="679693" y="60912"/>
                  <a:pt x="679693" y="135939"/>
                </a:cubicBezTo>
                <a:lnTo>
                  <a:pt x="679693" y="543755"/>
                </a:lnTo>
                <a:cubicBezTo>
                  <a:pt x="679693" y="618832"/>
                  <a:pt x="618832" y="679693"/>
                  <a:pt x="543755" y="679693"/>
                </a:cubicBezTo>
                <a:lnTo>
                  <a:pt x="135939" y="679693"/>
                </a:lnTo>
                <a:cubicBezTo>
                  <a:pt x="60862" y="679693"/>
                  <a:pt x="0" y="618832"/>
                  <a:pt x="0" y="543755"/>
                </a:cubicBezTo>
                <a:lnTo>
                  <a:pt x="0" y="135939"/>
                </a:lnTo>
                <a:cubicBezTo>
                  <a:pt x="0" y="60862"/>
                  <a:pt x="60862" y="0"/>
                  <a:pt x="135939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824553" y="1723025"/>
            <a:ext cx="267629" cy="305862"/>
          </a:xfrm>
          <a:custGeom>
            <a:avLst/>
            <a:gdLst/>
            <a:ahLst/>
            <a:cxnLst/>
            <a:rect l="l" t="t" r="r" b="b"/>
            <a:pathLst>
              <a:path w="267629" h="305862">
                <a:moveTo>
                  <a:pt x="262731" y="119776"/>
                </a:moveTo>
                <a:cubicBezTo>
                  <a:pt x="258131" y="101317"/>
                  <a:pt x="249409" y="87398"/>
                  <a:pt x="230830" y="87398"/>
                </a:cubicBezTo>
                <a:lnTo>
                  <a:pt x="206875" y="87398"/>
                </a:lnTo>
                <a:lnTo>
                  <a:pt x="206875" y="115714"/>
                </a:lnTo>
                <a:cubicBezTo>
                  <a:pt x="206875" y="137698"/>
                  <a:pt x="188237" y="156217"/>
                  <a:pt x="166970" y="156217"/>
                </a:cubicBezTo>
                <a:lnTo>
                  <a:pt x="103169" y="156217"/>
                </a:lnTo>
                <a:cubicBezTo>
                  <a:pt x="85725" y="156217"/>
                  <a:pt x="71268" y="171151"/>
                  <a:pt x="71268" y="188655"/>
                </a:cubicBezTo>
                <a:lnTo>
                  <a:pt x="71268" y="249469"/>
                </a:lnTo>
                <a:cubicBezTo>
                  <a:pt x="71268" y="266793"/>
                  <a:pt x="86322" y="276949"/>
                  <a:pt x="103169" y="281907"/>
                </a:cubicBezTo>
                <a:cubicBezTo>
                  <a:pt x="123360" y="287821"/>
                  <a:pt x="142775" y="288896"/>
                  <a:pt x="166970" y="281907"/>
                </a:cubicBezTo>
                <a:cubicBezTo>
                  <a:pt x="183039" y="277247"/>
                  <a:pt x="198870" y="267868"/>
                  <a:pt x="198870" y="249469"/>
                </a:cubicBezTo>
                <a:lnTo>
                  <a:pt x="198870" y="225155"/>
                </a:lnTo>
                <a:lnTo>
                  <a:pt x="135129" y="225155"/>
                </a:lnTo>
                <a:lnTo>
                  <a:pt x="135129" y="217031"/>
                </a:lnTo>
                <a:lnTo>
                  <a:pt x="230830" y="217031"/>
                </a:lnTo>
                <a:cubicBezTo>
                  <a:pt x="249409" y="217031"/>
                  <a:pt x="256279" y="204067"/>
                  <a:pt x="262731" y="184652"/>
                </a:cubicBezTo>
                <a:cubicBezTo>
                  <a:pt x="269421" y="164640"/>
                  <a:pt x="269123" y="145404"/>
                  <a:pt x="262731" y="119776"/>
                </a:cubicBezTo>
                <a:close/>
                <a:moveTo>
                  <a:pt x="170972" y="265658"/>
                </a:moveTo>
                <a:cubicBezTo>
                  <a:pt x="166425" y="265977"/>
                  <a:pt x="162081" y="263732"/>
                  <a:pt x="159710" y="259839"/>
                </a:cubicBezTo>
                <a:cubicBezTo>
                  <a:pt x="157340" y="255946"/>
                  <a:pt x="157340" y="251056"/>
                  <a:pt x="159710" y="247163"/>
                </a:cubicBezTo>
                <a:cubicBezTo>
                  <a:pt x="162081" y="243270"/>
                  <a:pt x="166425" y="241025"/>
                  <a:pt x="170972" y="241344"/>
                </a:cubicBezTo>
                <a:cubicBezTo>
                  <a:pt x="175519" y="241025"/>
                  <a:pt x="179863" y="243270"/>
                  <a:pt x="182234" y="247163"/>
                </a:cubicBezTo>
                <a:cubicBezTo>
                  <a:pt x="184604" y="251056"/>
                  <a:pt x="184604" y="255946"/>
                  <a:pt x="182234" y="259839"/>
                </a:cubicBezTo>
                <a:cubicBezTo>
                  <a:pt x="179863" y="263732"/>
                  <a:pt x="175519" y="265977"/>
                  <a:pt x="170972" y="265658"/>
                </a:cubicBezTo>
                <a:close/>
                <a:moveTo>
                  <a:pt x="100241" y="148212"/>
                </a:moveTo>
                <a:lnTo>
                  <a:pt x="164042" y="148212"/>
                </a:lnTo>
                <a:cubicBezTo>
                  <a:pt x="181785" y="148212"/>
                  <a:pt x="195943" y="133576"/>
                  <a:pt x="195943" y="115774"/>
                </a:cubicBezTo>
                <a:lnTo>
                  <a:pt x="195943" y="54900"/>
                </a:lnTo>
                <a:cubicBezTo>
                  <a:pt x="195943" y="37576"/>
                  <a:pt x="181367" y="24612"/>
                  <a:pt x="164042" y="21685"/>
                </a:cubicBezTo>
                <a:cubicBezTo>
                  <a:pt x="142656" y="18161"/>
                  <a:pt x="119418" y="18340"/>
                  <a:pt x="100241" y="21745"/>
                </a:cubicBezTo>
                <a:cubicBezTo>
                  <a:pt x="73240" y="26524"/>
                  <a:pt x="68341" y="36500"/>
                  <a:pt x="68341" y="54960"/>
                </a:cubicBezTo>
                <a:lnTo>
                  <a:pt x="68341" y="79273"/>
                </a:lnTo>
                <a:lnTo>
                  <a:pt x="132202" y="79273"/>
                </a:lnTo>
                <a:lnTo>
                  <a:pt x="132202" y="87398"/>
                </a:lnTo>
                <a:lnTo>
                  <a:pt x="44386" y="87398"/>
                </a:lnTo>
                <a:cubicBezTo>
                  <a:pt x="25807" y="87398"/>
                  <a:pt x="9558" y="98569"/>
                  <a:pt x="4480" y="119776"/>
                </a:cubicBezTo>
                <a:cubicBezTo>
                  <a:pt x="-1374" y="144090"/>
                  <a:pt x="-1613" y="159263"/>
                  <a:pt x="4480" y="184652"/>
                </a:cubicBezTo>
                <a:cubicBezTo>
                  <a:pt x="9021" y="203530"/>
                  <a:pt x="19833" y="217031"/>
                  <a:pt x="38412" y="217031"/>
                </a:cubicBezTo>
                <a:lnTo>
                  <a:pt x="60336" y="217031"/>
                </a:lnTo>
                <a:lnTo>
                  <a:pt x="60336" y="187878"/>
                </a:lnTo>
                <a:cubicBezTo>
                  <a:pt x="60336" y="166790"/>
                  <a:pt x="78556" y="148212"/>
                  <a:pt x="100241" y="148212"/>
                </a:cubicBezTo>
                <a:close/>
                <a:moveTo>
                  <a:pt x="96299" y="38651"/>
                </a:moveTo>
                <a:cubicBezTo>
                  <a:pt x="103025" y="38651"/>
                  <a:pt x="108485" y="44112"/>
                  <a:pt x="108485" y="50838"/>
                </a:cubicBezTo>
                <a:cubicBezTo>
                  <a:pt x="108485" y="57564"/>
                  <a:pt x="103025" y="63024"/>
                  <a:pt x="96299" y="63024"/>
                </a:cubicBezTo>
                <a:cubicBezTo>
                  <a:pt x="89573" y="63024"/>
                  <a:pt x="84112" y="57564"/>
                  <a:pt x="84112" y="50838"/>
                </a:cubicBezTo>
                <a:cubicBezTo>
                  <a:pt x="84112" y="44112"/>
                  <a:pt x="89573" y="38651"/>
                  <a:pt x="96299" y="38651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434153" y="1604079"/>
            <a:ext cx="1274425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4153" y="1909941"/>
            <a:ext cx="122344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Principal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8521" y="2419711"/>
            <a:ext cx="3220047" cy="7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de programmation polyvalent, idéal pour le traitement de données et le machine learning.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521" y="3369158"/>
            <a:ext cx="943075" cy="305862"/>
          </a:xfrm>
          <a:custGeom>
            <a:avLst/>
            <a:gdLst/>
            <a:ahLst/>
            <a:cxnLst/>
            <a:rect l="l" t="t" r="r" b="b"/>
            <a:pathLst>
              <a:path w="943075" h="305862">
                <a:moveTo>
                  <a:pt x="152931" y="0"/>
                </a:moveTo>
                <a:lnTo>
                  <a:pt x="790144" y="0"/>
                </a:lnTo>
                <a:cubicBezTo>
                  <a:pt x="874548" y="0"/>
                  <a:pt x="943075" y="68526"/>
                  <a:pt x="943075" y="152931"/>
                </a:cubicBezTo>
                <a:lnTo>
                  <a:pt x="943075" y="152931"/>
                </a:lnTo>
                <a:cubicBezTo>
                  <a:pt x="943075" y="237336"/>
                  <a:pt x="874548" y="305862"/>
                  <a:pt x="790144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8521" y="3369158"/>
            <a:ext cx="1002548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26166" y="3369158"/>
            <a:ext cx="433305" cy="305862"/>
          </a:xfrm>
          <a:custGeom>
            <a:avLst/>
            <a:gdLst/>
            <a:ahLst/>
            <a:cxnLst/>
            <a:rect l="l" t="t" r="r" b="b"/>
            <a:pathLst>
              <a:path w="433305" h="305862">
                <a:moveTo>
                  <a:pt x="152931" y="0"/>
                </a:moveTo>
                <a:lnTo>
                  <a:pt x="280374" y="0"/>
                </a:lnTo>
                <a:cubicBezTo>
                  <a:pt x="364778" y="0"/>
                  <a:pt x="433305" y="68526"/>
                  <a:pt x="433305" y="152931"/>
                </a:cubicBezTo>
                <a:lnTo>
                  <a:pt x="433305" y="152931"/>
                </a:lnTo>
                <a:cubicBezTo>
                  <a:pt x="433305" y="237336"/>
                  <a:pt x="364778" y="305862"/>
                  <a:pt x="280374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26166" y="3369158"/>
            <a:ext cx="492778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24148" y="3369158"/>
            <a:ext cx="526762" cy="305862"/>
          </a:xfrm>
          <a:custGeom>
            <a:avLst/>
            <a:gdLst/>
            <a:ahLst/>
            <a:cxnLst/>
            <a:rect l="l" t="t" r="r" b="b"/>
            <a:pathLst>
              <a:path w="526762" h="305862">
                <a:moveTo>
                  <a:pt x="152931" y="0"/>
                </a:moveTo>
                <a:lnTo>
                  <a:pt x="373831" y="0"/>
                </a:lnTo>
                <a:cubicBezTo>
                  <a:pt x="458236" y="0"/>
                  <a:pt x="526762" y="68526"/>
                  <a:pt x="526762" y="152931"/>
                </a:cubicBezTo>
                <a:lnTo>
                  <a:pt x="526762" y="152931"/>
                </a:lnTo>
                <a:cubicBezTo>
                  <a:pt x="526762" y="237336"/>
                  <a:pt x="458236" y="305862"/>
                  <a:pt x="373831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124148" y="3369158"/>
            <a:ext cx="586236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7659" y="1260831"/>
            <a:ext cx="3694134" cy="2691586"/>
          </a:xfrm>
          <a:custGeom>
            <a:avLst/>
            <a:gdLst/>
            <a:ahLst/>
            <a:cxnLst/>
            <a:rect l="l" t="t" r="r" b="b"/>
            <a:pathLst>
              <a:path w="3694134" h="2691586">
                <a:moveTo>
                  <a:pt x="203915" y="0"/>
                </a:moveTo>
                <a:lnTo>
                  <a:pt x="3490219" y="0"/>
                </a:lnTo>
                <a:cubicBezTo>
                  <a:pt x="3602838" y="0"/>
                  <a:pt x="3694134" y="91296"/>
                  <a:pt x="3694134" y="203915"/>
                </a:cubicBezTo>
                <a:lnTo>
                  <a:pt x="3694134" y="2487671"/>
                </a:lnTo>
                <a:cubicBezTo>
                  <a:pt x="3694134" y="2600290"/>
                  <a:pt x="3602838" y="2691586"/>
                  <a:pt x="3490219" y="2691586"/>
                </a:cubicBezTo>
                <a:lnTo>
                  <a:pt x="203915" y="2691586"/>
                </a:lnTo>
                <a:cubicBezTo>
                  <a:pt x="91371" y="2691586"/>
                  <a:pt x="0" y="2600215"/>
                  <a:pt x="0" y="2487671"/>
                </a:cubicBezTo>
                <a:lnTo>
                  <a:pt x="0" y="203915"/>
                </a:lnTo>
                <a:cubicBezTo>
                  <a:pt x="0" y="91371"/>
                  <a:pt x="91371" y="0"/>
                  <a:pt x="2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270000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2935" y="1536107"/>
            <a:ext cx="679693" cy="679693"/>
          </a:xfrm>
          <a:custGeom>
            <a:avLst/>
            <a:gdLst/>
            <a:ahLst/>
            <a:cxnLst/>
            <a:rect l="l" t="t" r="r" b="b"/>
            <a:pathLst>
              <a:path w="679693" h="679693">
                <a:moveTo>
                  <a:pt x="135939" y="0"/>
                </a:moveTo>
                <a:lnTo>
                  <a:pt x="543755" y="0"/>
                </a:lnTo>
                <a:cubicBezTo>
                  <a:pt x="618781" y="0"/>
                  <a:pt x="679693" y="60912"/>
                  <a:pt x="679693" y="135939"/>
                </a:cubicBezTo>
                <a:lnTo>
                  <a:pt x="679693" y="543755"/>
                </a:lnTo>
                <a:cubicBezTo>
                  <a:pt x="679693" y="618832"/>
                  <a:pt x="618832" y="679693"/>
                  <a:pt x="543755" y="679693"/>
                </a:cubicBezTo>
                <a:lnTo>
                  <a:pt x="135939" y="679693"/>
                </a:lnTo>
                <a:cubicBezTo>
                  <a:pt x="60862" y="679693"/>
                  <a:pt x="0" y="618832"/>
                  <a:pt x="0" y="543755"/>
                </a:cubicBezTo>
                <a:lnTo>
                  <a:pt x="0" y="135939"/>
                </a:lnTo>
                <a:cubicBezTo>
                  <a:pt x="0" y="60862"/>
                  <a:pt x="60862" y="0"/>
                  <a:pt x="13593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851" y="1723025"/>
            <a:ext cx="305862" cy="305862"/>
          </a:xfrm>
          <a:custGeom>
            <a:avLst/>
            <a:gdLst/>
            <a:ahLst/>
            <a:cxnLst/>
            <a:rect l="l" t="t" r="r" b="b"/>
            <a:pathLst>
              <a:path w="305862" h="305862">
                <a:moveTo>
                  <a:pt x="38233" y="19116"/>
                </a:moveTo>
                <a:cubicBezTo>
                  <a:pt x="17145" y="19116"/>
                  <a:pt x="0" y="36261"/>
                  <a:pt x="0" y="57349"/>
                </a:cubicBezTo>
                <a:lnTo>
                  <a:pt x="0" y="210280"/>
                </a:lnTo>
                <a:cubicBezTo>
                  <a:pt x="0" y="231368"/>
                  <a:pt x="17145" y="248513"/>
                  <a:pt x="38233" y="248513"/>
                </a:cubicBezTo>
                <a:lnTo>
                  <a:pt x="124256" y="248513"/>
                </a:lnTo>
                <a:lnTo>
                  <a:pt x="114698" y="277187"/>
                </a:lnTo>
                <a:lnTo>
                  <a:pt x="71686" y="277187"/>
                </a:lnTo>
                <a:cubicBezTo>
                  <a:pt x="63741" y="277187"/>
                  <a:pt x="57349" y="283579"/>
                  <a:pt x="57349" y="291525"/>
                </a:cubicBezTo>
                <a:cubicBezTo>
                  <a:pt x="57349" y="299470"/>
                  <a:pt x="63741" y="305862"/>
                  <a:pt x="71686" y="305862"/>
                </a:cubicBezTo>
                <a:lnTo>
                  <a:pt x="234176" y="305862"/>
                </a:lnTo>
                <a:cubicBezTo>
                  <a:pt x="242121" y="305862"/>
                  <a:pt x="248513" y="299470"/>
                  <a:pt x="248513" y="291525"/>
                </a:cubicBezTo>
                <a:cubicBezTo>
                  <a:pt x="248513" y="283579"/>
                  <a:pt x="242121" y="277187"/>
                  <a:pt x="234176" y="277187"/>
                </a:cubicBezTo>
                <a:lnTo>
                  <a:pt x="191164" y="277187"/>
                </a:lnTo>
                <a:lnTo>
                  <a:pt x="181606" y="248513"/>
                </a:lnTo>
                <a:lnTo>
                  <a:pt x="267629" y="248513"/>
                </a:lnTo>
                <a:cubicBezTo>
                  <a:pt x="288717" y="248513"/>
                  <a:pt x="305862" y="231368"/>
                  <a:pt x="305862" y="210280"/>
                </a:cubicBezTo>
                <a:lnTo>
                  <a:pt x="305862" y="57349"/>
                </a:lnTo>
                <a:cubicBezTo>
                  <a:pt x="305862" y="36261"/>
                  <a:pt x="288717" y="19116"/>
                  <a:pt x="267629" y="19116"/>
                </a:cubicBezTo>
                <a:lnTo>
                  <a:pt x="38233" y="19116"/>
                </a:lnTo>
                <a:close/>
                <a:moveTo>
                  <a:pt x="57349" y="57349"/>
                </a:moveTo>
                <a:lnTo>
                  <a:pt x="248513" y="57349"/>
                </a:lnTo>
                <a:cubicBezTo>
                  <a:pt x="259087" y="57349"/>
                  <a:pt x="267629" y="65892"/>
                  <a:pt x="267629" y="76466"/>
                </a:cubicBezTo>
                <a:lnTo>
                  <a:pt x="267629" y="172047"/>
                </a:lnTo>
                <a:cubicBezTo>
                  <a:pt x="267629" y="182621"/>
                  <a:pt x="259087" y="191164"/>
                  <a:pt x="248513" y="191164"/>
                </a:cubicBezTo>
                <a:lnTo>
                  <a:pt x="57349" y="191164"/>
                </a:lnTo>
                <a:cubicBezTo>
                  <a:pt x="46775" y="191164"/>
                  <a:pt x="38233" y="182621"/>
                  <a:pt x="38233" y="172047"/>
                </a:cubicBezTo>
                <a:lnTo>
                  <a:pt x="38233" y="76466"/>
                </a:lnTo>
                <a:cubicBezTo>
                  <a:pt x="38233" y="65892"/>
                  <a:pt x="46775" y="57349"/>
                  <a:pt x="57349" y="573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38567" y="1604079"/>
            <a:ext cx="1197960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8567" y="1909941"/>
            <a:ext cx="1146983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Web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2935" y="2419711"/>
            <a:ext cx="3220047" cy="7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Python pour créer rapidement des applications web interactives et data-driven.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2935" y="3369158"/>
            <a:ext cx="628716" cy="305862"/>
          </a:xfrm>
          <a:custGeom>
            <a:avLst/>
            <a:gdLst/>
            <a:ahLst/>
            <a:cxnLst/>
            <a:rect l="l" t="t" r="r" b="b"/>
            <a:pathLst>
              <a:path w="628716" h="305862">
                <a:moveTo>
                  <a:pt x="152931" y="0"/>
                </a:moveTo>
                <a:lnTo>
                  <a:pt x="475785" y="0"/>
                </a:lnTo>
                <a:cubicBezTo>
                  <a:pt x="560190" y="0"/>
                  <a:pt x="628716" y="68526"/>
                  <a:pt x="628716" y="152931"/>
                </a:cubicBezTo>
                <a:lnTo>
                  <a:pt x="628716" y="152931"/>
                </a:lnTo>
                <a:cubicBezTo>
                  <a:pt x="628716" y="237336"/>
                  <a:pt x="560190" y="305862"/>
                  <a:pt x="475785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22935" y="3369158"/>
            <a:ext cx="688190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8028" y="3369158"/>
            <a:ext cx="730670" cy="305862"/>
          </a:xfrm>
          <a:custGeom>
            <a:avLst/>
            <a:gdLst/>
            <a:ahLst/>
            <a:cxnLst/>
            <a:rect l="l" t="t" r="r" b="b"/>
            <a:pathLst>
              <a:path w="730670" h="305862">
                <a:moveTo>
                  <a:pt x="152931" y="0"/>
                </a:moveTo>
                <a:lnTo>
                  <a:pt x="577739" y="0"/>
                </a:lnTo>
                <a:cubicBezTo>
                  <a:pt x="662144" y="0"/>
                  <a:pt x="730670" y="68526"/>
                  <a:pt x="730670" y="152931"/>
                </a:cubicBezTo>
                <a:lnTo>
                  <a:pt x="730670" y="152931"/>
                </a:lnTo>
                <a:cubicBezTo>
                  <a:pt x="730670" y="237336"/>
                  <a:pt x="662144" y="305862"/>
                  <a:pt x="577739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8028" y="3369158"/>
            <a:ext cx="790144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Interactif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14649" y="3369158"/>
            <a:ext cx="934578" cy="305862"/>
          </a:xfrm>
          <a:custGeom>
            <a:avLst/>
            <a:gdLst/>
            <a:ahLst/>
            <a:cxnLst/>
            <a:rect l="l" t="t" r="r" b="b"/>
            <a:pathLst>
              <a:path w="934578" h="305862">
                <a:moveTo>
                  <a:pt x="152931" y="0"/>
                </a:moveTo>
                <a:lnTo>
                  <a:pt x="781647" y="0"/>
                </a:lnTo>
                <a:cubicBezTo>
                  <a:pt x="866052" y="0"/>
                  <a:pt x="934578" y="68526"/>
                  <a:pt x="934578" y="152931"/>
                </a:cubicBezTo>
                <a:lnTo>
                  <a:pt x="934578" y="152931"/>
                </a:lnTo>
                <a:cubicBezTo>
                  <a:pt x="934578" y="237336"/>
                  <a:pt x="866052" y="305862"/>
                  <a:pt x="781647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14649" y="3369158"/>
            <a:ext cx="994052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Python-Natif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52073" y="1260831"/>
            <a:ext cx="3694134" cy="2691586"/>
          </a:xfrm>
          <a:custGeom>
            <a:avLst/>
            <a:gdLst/>
            <a:ahLst/>
            <a:cxnLst/>
            <a:rect l="l" t="t" r="r" b="b"/>
            <a:pathLst>
              <a:path w="3694134" h="2691586">
                <a:moveTo>
                  <a:pt x="203915" y="0"/>
                </a:moveTo>
                <a:lnTo>
                  <a:pt x="3490219" y="0"/>
                </a:lnTo>
                <a:cubicBezTo>
                  <a:pt x="3602838" y="0"/>
                  <a:pt x="3694134" y="91296"/>
                  <a:pt x="3694134" y="203915"/>
                </a:cubicBezTo>
                <a:lnTo>
                  <a:pt x="3694134" y="2487671"/>
                </a:lnTo>
                <a:cubicBezTo>
                  <a:pt x="3694134" y="2600290"/>
                  <a:pt x="3602838" y="2691586"/>
                  <a:pt x="3490219" y="2691586"/>
                </a:cubicBezTo>
                <a:lnTo>
                  <a:pt x="203915" y="2691586"/>
                </a:lnTo>
                <a:cubicBezTo>
                  <a:pt x="91371" y="2691586"/>
                  <a:pt x="0" y="2600215"/>
                  <a:pt x="0" y="2487671"/>
                </a:cubicBezTo>
                <a:lnTo>
                  <a:pt x="0" y="203915"/>
                </a:lnTo>
                <a:cubicBezTo>
                  <a:pt x="0" y="91371"/>
                  <a:pt x="91371" y="0"/>
                  <a:pt x="2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7349" y="1536107"/>
            <a:ext cx="679693" cy="679693"/>
          </a:xfrm>
          <a:custGeom>
            <a:avLst/>
            <a:gdLst/>
            <a:ahLst/>
            <a:cxnLst/>
            <a:rect l="l" t="t" r="r" b="b"/>
            <a:pathLst>
              <a:path w="679693" h="679693">
                <a:moveTo>
                  <a:pt x="135939" y="0"/>
                </a:moveTo>
                <a:lnTo>
                  <a:pt x="543755" y="0"/>
                </a:lnTo>
                <a:cubicBezTo>
                  <a:pt x="618781" y="0"/>
                  <a:pt x="679693" y="60912"/>
                  <a:pt x="679693" y="135939"/>
                </a:cubicBezTo>
                <a:lnTo>
                  <a:pt x="679693" y="543755"/>
                </a:lnTo>
                <a:cubicBezTo>
                  <a:pt x="679693" y="618832"/>
                  <a:pt x="618832" y="679693"/>
                  <a:pt x="543755" y="679693"/>
                </a:cubicBezTo>
                <a:lnTo>
                  <a:pt x="135939" y="679693"/>
                </a:lnTo>
                <a:cubicBezTo>
                  <a:pt x="60862" y="679693"/>
                  <a:pt x="0" y="618832"/>
                  <a:pt x="0" y="543755"/>
                </a:cubicBezTo>
                <a:lnTo>
                  <a:pt x="0" y="135939"/>
                </a:lnTo>
                <a:cubicBezTo>
                  <a:pt x="0" y="60862"/>
                  <a:pt x="60862" y="0"/>
                  <a:pt x="13593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633381" y="1723025"/>
            <a:ext cx="267629" cy="305862"/>
          </a:xfrm>
          <a:custGeom>
            <a:avLst/>
            <a:gdLst/>
            <a:ahLst/>
            <a:cxnLst/>
            <a:rect l="l" t="t" r="r" b="b"/>
            <a:pathLst>
              <a:path w="267629" h="305862">
                <a:moveTo>
                  <a:pt x="152931" y="95582"/>
                </a:moveTo>
                <a:lnTo>
                  <a:pt x="152931" y="152931"/>
                </a:lnTo>
                <a:lnTo>
                  <a:pt x="229397" y="152931"/>
                </a:lnTo>
                <a:lnTo>
                  <a:pt x="229397" y="95582"/>
                </a:lnTo>
                <a:lnTo>
                  <a:pt x="152931" y="95582"/>
                </a:lnTo>
                <a:close/>
                <a:moveTo>
                  <a:pt x="114698" y="95582"/>
                </a:moveTo>
                <a:lnTo>
                  <a:pt x="38233" y="95582"/>
                </a:lnTo>
                <a:lnTo>
                  <a:pt x="38233" y="152931"/>
                </a:lnTo>
                <a:lnTo>
                  <a:pt x="114698" y="152931"/>
                </a:lnTo>
                <a:lnTo>
                  <a:pt x="114698" y="95582"/>
                </a:lnTo>
                <a:close/>
                <a:moveTo>
                  <a:pt x="0" y="191164"/>
                </a:moveTo>
                <a:lnTo>
                  <a:pt x="0" y="57349"/>
                </a:lnTo>
                <a:cubicBezTo>
                  <a:pt x="0" y="36261"/>
                  <a:pt x="17145" y="19116"/>
                  <a:pt x="38233" y="19116"/>
                </a:cubicBezTo>
                <a:lnTo>
                  <a:pt x="229397" y="19116"/>
                </a:lnTo>
                <a:cubicBezTo>
                  <a:pt x="250484" y="19116"/>
                  <a:pt x="267629" y="36261"/>
                  <a:pt x="267629" y="57349"/>
                </a:cubicBezTo>
                <a:lnTo>
                  <a:pt x="267629" y="248513"/>
                </a:lnTo>
                <a:cubicBezTo>
                  <a:pt x="267629" y="269601"/>
                  <a:pt x="250484" y="286746"/>
                  <a:pt x="229397" y="286746"/>
                </a:cubicBezTo>
                <a:lnTo>
                  <a:pt x="38233" y="286746"/>
                </a:lnTo>
                <a:cubicBezTo>
                  <a:pt x="17145" y="286746"/>
                  <a:pt x="0" y="269601"/>
                  <a:pt x="0" y="248513"/>
                </a:cubicBezTo>
                <a:lnTo>
                  <a:pt x="0" y="191164"/>
                </a:lnTo>
                <a:close/>
                <a:moveTo>
                  <a:pt x="229397" y="191164"/>
                </a:moveTo>
                <a:lnTo>
                  <a:pt x="152931" y="191164"/>
                </a:lnTo>
                <a:lnTo>
                  <a:pt x="152931" y="248513"/>
                </a:lnTo>
                <a:lnTo>
                  <a:pt x="229397" y="248513"/>
                </a:lnTo>
                <a:lnTo>
                  <a:pt x="229397" y="191164"/>
                </a:lnTo>
                <a:close/>
                <a:moveTo>
                  <a:pt x="114698" y="248513"/>
                </a:moveTo>
                <a:lnTo>
                  <a:pt x="114698" y="191164"/>
                </a:lnTo>
                <a:lnTo>
                  <a:pt x="38233" y="191164"/>
                </a:lnTo>
                <a:lnTo>
                  <a:pt x="38233" y="248513"/>
                </a:lnTo>
                <a:lnTo>
                  <a:pt x="114698" y="2485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242981" y="1604079"/>
            <a:ext cx="1809684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42981" y="1909941"/>
            <a:ext cx="1758707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Manipulation de Données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27349" y="2419711"/>
            <a:ext cx="3220047" cy="7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Bibliothèque puissante pour la manipulation et l'analyse de données structurées.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27349" y="3369158"/>
            <a:ext cx="832624" cy="305862"/>
          </a:xfrm>
          <a:custGeom>
            <a:avLst/>
            <a:gdLst/>
            <a:ahLst/>
            <a:cxnLst/>
            <a:rect l="l" t="t" r="r" b="b"/>
            <a:pathLst>
              <a:path w="832624" h="305862">
                <a:moveTo>
                  <a:pt x="152931" y="0"/>
                </a:moveTo>
                <a:lnTo>
                  <a:pt x="679693" y="0"/>
                </a:lnTo>
                <a:cubicBezTo>
                  <a:pt x="764098" y="0"/>
                  <a:pt x="832624" y="68526"/>
                  <a:pt x="832624" y="152931"/>
                </a:cubicBezTo>
                <a:lnTo>
                  <a:pt x="832624" y="152931"/>
                </a:lnTo>
                <a:cubicBezTo>
                  <a:pt x="832624" y="237336"/>
                  <a:pt x="764098" y="305862"/>
                  <a:pt x="679693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27349" y="3369158"/>
            <a:ext cx="892098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DataFrame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29110" y="3369158"/>
            <a:ext cx="679693" cy="305862"/>
          </a:xfrm>
          <a:custGeom>
            <a:avLst/>
            <a:gdLst/>
            <a:ahLst/>
            <a:cxnLst/>
            <a:rect l="l" t="t" r="r" b="b"/>
            <a:pathLst>
              <a:path w="679693" h="305862">
                <a:moveTo>
                  <a:pt x="152931" y="0"/>
                </a:moveTo>
                <a:lnTo>
                  <a:pt x="526762" y="0"/>
                </a:lnTo>
                <a:cubicBezTo>
                  <a:pt x="611167" y="0"/>
                  <a:pt x="679693" y="68526"/>
                  <a:pt x="679693" y="152931"/>
                </a:cubicBezTo>
                <a:lnTo>
                  <a:pt x="679693" y="152931"/>
                </a:lnTo>
                <a:cubicBezTo>
                  <a:pt x="679693" y="237336"/>
                  <a:pt x="611167" y="305862"/>
                  <a:pt x="526762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329110" y="3369158"/>
            <a:ext cx="739167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245" y="4160999"/>
            <a:ext cx="3694134" cy="2445197"/>
          </a:xfrm>
          <a:custGeom>
            <a:avLst/>
            <a:gdLst/>
            <a:ahLst/>
            <a:cxnLst/>
            <a:rect l="l" t="t" r="r" b="b"/>
            <a:pathLst>
              <a:path w="3694134" h="2445197">
                <a:moveTo>
                  <a:pt x="203905" y="0"/>
                </a:moveTo>
                <a:lnTo>
                  <a:pt x="3490229" y="0"/>
                </a:lnTo>
                <a:cubicBezTo>
                  <a:pt x="3602767" y="0"/>
                  <a:pt x="3694134" y="91367"/>
                  <a:pt x="3694134" y="203905"/>
                </a:cubicBezTo>
                <a:lnTo>
                  <a:pt x="3694134" y="2241292"/>
                </a:lnTo>
                <a:cubicBezTo>
                  <a:pt x="3694134" y="2353830"/>
                  <a:pt x="3602767" y="2445197"/>
                  <a:pt x="3490229" y="2445197"/>
                </a:cubicBezTo>
                <a:lnTo>
                  <a:pt x="203905" y="2445197"/>
                </a:lnTo>
                <a:cubicBezTo>
                  <a:pt x="91367" y="2445197"/>
                  <a:pt x="0" y="2353830"/>
                  <a:pt x="0" y="2241292"/>
                </a:cubicBezTo>
                <a:lnTo>
                  <a:pt x="0" y="203905"/>
                </a:lnTo>
                <a:cubicBezTo>
                  <a:pt x="0" y="91367"/>
                  <a:pt x="91367" y="0"/>
                  <a:pt x="203905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521" y="4436273"/>
            <a:ext cx="679693" cy="679693"/>
          </a:xfrm>
          <a:custGeom>
            <a:avLst/>
            <a:gdLst/>
            <a:ahLst/>
            <a:cxnLst/>
            <a:rect l="l" t="t" r="r" b="b"/>
            <a:pathLst>
              <a:path w="679693" h="679693">
                <a:moveTo>
                  <a:pt x="135939" y="0"/>
                </a:moveTo>
                <a:lnTo>
                  <a:pt x="543755" y="0"/>
                </a:lnTo>
                <a:cubicBezTo>
                  <a:pt x="618781" y="0"/>
                  <a:pt x="679693" y="60912"/>
                  <a:pt x="679693" y="135939"/>
                </a:cubicBezTo>
                <a:lnTo>
                  <a:pt x="679693" y="543755"/>
                </a:lnTo>
                <a:cubicBezTo>
                  <a:pt x="679693" y="618832"/>
                  <a:pt x="618832" y="679693"/>
                  <a:pt x="543755" y="679693"/>
                </a:cubicBezTo>
                <a:lnTo>
                  <a:pt x="135939" y="679693"/>
                </a:lnTo>
                <a:cubicBezTo>
                  <a:pt x="60862" y="679693"/>
                  <a:pt x="0" y="618832"/>
                  <a:pt x="0" y="543755"/>
                </a:cubicBezTo>
                <a:lnTo>
                  <a:pt x="0" y="135939"/>
                </a:lnTo>
                <a:cubicBezTo>
                  <a:pt x="0" y="60862"/>
                  <a:pt x="60862" y="0"/>
                  <a:pt x="135939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41" name="Shape 39"/>
          <p:cNvSpPr/>
          <p:nvPr/>
        </p:nvSpPr>
        <p:spPr>
          <a:xfrm>
            <a:off x="805437" y="4623189"/>
            <a:ext cx="305862" cy="305862"/>
          </a:xfrm>
          <a:custGeom>
            <a:avLst/>
            <a:gdLst/>
            <a:ahLst/>
            <a:cxnLst/>
            <a:rect l="l" t="t" r="r" b="b"/>
            <a:pathLst>
              <a:path w="305862" h="305862">
                <a:moveTo>
                  <a:pt x="71686" y="33454"/>
                </a:moveTo>
                <a:cubicBezTo>
                  <a:pt x="71686" y="14994"/>
                  <a:pt x="86681" y="0"/>
                  <a:pt x="105140" y="0"/>
                </a:cubicBezTo>
                <a:lnTo>
                  <a:pt x="119477" y="0"/>
                </a:lnTo>
                <a:cubicBezTo>
                  <a:pt x="130051" y="0"/>
                  <a:pt x="138594" y="8543"/>
                  <a:pt x="138594" y="19116"/>
                </a:cubicBezTo>
                <a:lnTo>
                  <a:pt x="138594" y="286746"/>
                </a:lnTo>
                <a:cubicBezTo>
                  <a:pt x="138594" y="297319"/>
                  <a:pt x="130051" y="305862"/>
                  <a:pt x="119477" y="305862"/>
                </a:cubicBezTo>
                <a:lnTo>
                  <a:pt x="100361" y="305862"/>
                </a:lnTo>
                <a:cubicBezTo>
                  <a:pt x="82559" y="305862"/>
                  <a:pt x="67564" y="293675"/>
                  <a:pt x="63323" y="277187"/>
                </a:cubicBezTo>
                <a:cubicBezTo>
                  <a:pt x="62905" y="277187"/>
                  <a:pt x="62546" y="277187"/>
                  <a:pt x="62128" y="277187"/>
                </a:cubicBezTo>
                <a:cubicBezTo>
                  <a:pt x="35724" y="277187"/>
                  <a:pt x="14337" y="255801"/>
                  <a:pt x="14337" y="229397"/>
                </a:cubicBezTo>
                <a:cubicBezTo>
                  <a:pt x="14337" y="218644"/>
                  <a:pt x="17922" y="208727"/>
                  <a:pt x="23895" y="200722"/>
                </a:cubicBezTo>
                <a:cubicBezTo>
                  <a:pt x="12306" y="192000"/>
                  <a:pt x="4779" y="178141"/>
                  <a:pt x="4779" y="162489"/>
                </a:cubicBezTo>
                <a:cubicBezTo>
                  <a:pt x="4779" y="144030"/>
                  <a:pt x="15293" y="127960"/>
                  <a:pt x="30586" y="120015"/>
                </a:cubicBezTo>
                <a:cubicBezTo>
                  <a:pt x="26345" y="112846"/>
                  <a:pt x="23895" y="104483"/>
                  <a:pt x="23895" y="95582"/>
                </a:cubicBezTo>
                <a:cubicBezTo>
                  <a:pt x="23895" y="69177"/>
                  <a:pt x="45282" y="47791"/>
                  <a:pt x="71686" y="47791"/>
                </a:cubicBezTo>
                <a:lnTo>
                  <a:pt x="71686" y="33454"/>
                </a:lnTo>
                <a:close/>
                <a:moveTo>
                  <a:pt x="234176" y="33454"/>
                </a:moveTo>
                <a:lnTo>
                  <a:pt x="234176" y="47791"/>
                </a:lnTo>
                <a:cubicBezTo>
                  <a:pt x="260580" y="47791"/>
                  <a:pt x="281967" y="69177"/>
                  <a:pt x="281967" y="95582"/>
                </a:cubicBezTo>
                <a:cubicBezTo>
                  <a:pt x="281967" y="104543"/>
                  <a:pt x="279517" y="112906"/>
                  <a:pt x="275276" y="120015"/>
                </a:cubicBezTo>
                <a:cubicBezTo>
                  <a:pt x="290629" y="127960"/>
                  <a:pt x="301083" y="143970"/>
                  <a:pt x="301083" y="162489"/>
                </a:cubicBezTo>
                <a:cubicBezTo>
                  <a:pt x="301083" y="178141"/>
                  <a:pt x="293556" y="192000"/>
                  <a:pt x="281967" y="200722"/>
                </a:cubicBezTo>
                <a:cubicBezTo>
                  <a:pt x="287940" y="208727"/>
                  <a:pt x="291525" y="218644"/>
                  <a:pt x="291525" y="229397"/>
                </a:cubicBezTo>
                <a:cubicBezTo>
                  <a:pt x="291525" y="255801"/>
                  <a:pt x="270138" y="277187"/>
                  <a:pt x="243734" y="277187"/>
                </a:cubicBezTo>
                <a:cubicBezTo>
                  <a:pt x="243316" y="277187"/>
                  <a:pt x="242957" y="277187"/>
                  <a:pt x="242539" y="277187"/>
                </a:cubicBezTo>
                <a:cubicBezTo>
                  <a:pt x="238298" y="293675"/>
                  <a:pt x="223303" y="305862"/>
                  <a:pt x="205501" y="305862"/>
                </a:cubicBezTo>
                <a:lnTo>
                  <a:pt x="186385" y="305862"/>
                </a:lnTo>
                <a:cubicBezTo>
                  <a:pt x="175811" y="305862"/>
                  <a:pt x="167268" y="297319"/>
                  <a:pt x="167268" y="286746"/>
                </a:cubicBezTo>
                <a:lnTo>
                  <a:pt x="167268" y="19116"/>
                </a:lnTo>
                <a:cubicBezTo>
                  <a:pt x="167268" y="8543"/>
                  <a:pt x="175811" y="0"/>
                  <a:pt x="186385" y="0"/>
                </a:cubicBezTo>
                <a:lnTo>
                  <a:pt x="200722" y="0"/>
                </a:lnTo>
                <a:cubicBezTo>
                  <a:pt x="219181" y="0"/>
                  <a:pt x="234176" y="14994"/>
                  <a:pt x="234176" y="33454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42" name="Text 40"/>
          <p:cNvSpPr/>
          <p:nvPr/>
        </p:nvSpPr>
        <p:spPr>
          <a:xfrm>
            <a:off x="1434153" y="4504242"/>
            <a:ext cx="1461341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34153" y="4810104"/>
            <a:ext cx="141036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8521" y="5319874"/>
            <a:ext cx="3220047" cy="50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Bibliothèque ML complète avec algorithmes de classification, régression et clustering.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521" y="6020808"/>
            <a:ext cx="509770" cy="305862"/>
          </a:xfrm>
          <a:custGeom>
            <a:avLst/>
            <a:gdLst/>
            <a:ahLst/>
            <a:cxnLst/>
            <a:rect l="l" t="t" r="r" b="b"/>
            <a:pathLst>
              <a:path w="509770" h="305862">
                <a:moveTo>
                  <a:pt x="152931" y="0"/>
                </a:moveTo>
                <a:lnTo>
                  <a:pt x="356839" y="0"/>
                </a:lnTo>
                <a:cubicBezTo>
                  <a:pt x="441244" y="0"/>
                  <a:pt x="509770" y="68526"/>
                  <a:pt x="509770" y="152931"/>
                </a:cubicBezTo>
                <a:lnTo>
                  <a:pt x="509770" y="152931"/>
                </a:lnTo>
                <a:cubicBezTo>
                  <a:pt x="509770" y="237336"/>
                  <a:pt x="441244" y="305862"/>
                  <a:pt x="356839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18521" y="6020808"/>
            <a:ext cx="569243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97004" y="6020808"/>
            <a:ext cx="747663" cy="305862"/>
          </a:xfrm>
          <a:custGeom>
            <a:avLst/>
            <a:gdLst/>
            <a:ahLst/>
            <a:cxnLst/>
            <a:rect l="l" t="t" r="r" b="b"/>
            <a:pathLst>
              <a:path w="747663" h="305862">
                <a:moveTo>
                  <a:pt x="152931" y="0"/>
                </a:moveTo>
                <a:lnTo>
                  <a:pt x="594732" y="0"/>
                </a:lnTo>
                <a:cubicBezTo>
                  <a:pt x="679137" y="0"/>
                  <a:pt x="747663" y="68526"/>
                  <a:pt x="747663" y="152931"/>
                </a:cubicBezTo>
                <a:lnTo>
                  <a:pt x="747663" y="152931"/>
                </a:lnTo>
                <a:cubicBezTo>
                  <a:pt x="747663" y="237336"/>
                  <a:pt x="679137" y="305862"/>
                  <a:pt x="594732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97004" y="6020808"/>
            <a:ext cx="807136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Similarité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47659" y="4160999"/>
            <a:ext cx="3694134" cy="2445197"/>
          </a:xfrm>
          <a:custGeom>
            <a:avLst/>
            <a:gdLst/>
            <a:ahLst/>
            <a:cxnLst/>
            <a:rect l="l" t="t" r="r" b="b"/>
            <a:pathLst>
              <a:path w="3694134" h="2445197">
                <a:moveTo>
                  <a:pt x="203905" y="0"/>
                </a:moveTo>
                <a:lnTo>
                  <a:pt x="3490229" y="0"/>
                </a:lnTo>
                <a:cubicBezTo>
                  <a:pt x="3602767" y="0"/>
                  <a:pt x="3694134" y="91367"/>
                  <a:pt x="3694134" y="203905"/>
                </a:cubicBezTo>
                <a:lnTo>
                  <a:pt x="3694134" y="2241292"/>
                </a:lnTo>
                <a:cubicBezTo>
                  <a:pt x="3694134" y="2353830"/>
                  <a:pt x="3602767" y="2445197"/>
                  <a:pt x="3490229" y="2445197"/>
                </a:cubicBezTo>
                <a:lnTo>
                  <a:pt x="203905" y="2445197"/>
                </a:lnTo>
                <a:cubicBezTo>
                  <a:pt x="91367" y="2445197"/>
                  <a:pt x="0" y="2353830"/>
                  <a:pt x="0" y="2241292"/>
                </a:cubicBezTo>
                <a:lnTo>
                  <a:pt x="0" y="203905"/>
                </a:lnTo>
                <a:cubicBezTo>
                  <a:pt x="0" y="91367"/>
                  <a:pt x="91367" y="0"/>
                  <a:pt x="2039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270000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2935" y="4436273"/>
            <a:ext cx="679693" cy="679693"/>
          </a:xfrm>
          <a:custGeom>
            <a:avLst/>
            <a:gdLst/>
            <a:ahLst/>
            <a:cxnLst/>
            <a:rect l="l" t="t" r="r" b="b"/>
            <a:pathLst>
              <a:path w="679693" h="679693">
                <a:moveTo>
                  <a:pt x="135939" y="0"/>
                </a:moveTo>
                <a:lnTo>
                  <a:pt x="543755" y="0"/>
                </a:lnTo>
                <a:cubicBezTo>
                  <a:pt x="618781" y="0"/>
                  <a:pt x="679693" y="60912"/>
                  <a:pt x="679693" y="135939"/>
                </a:cubicBezTo>
                <a:lnTo>
                  <a:pt x="679693" y="543755"/>
                </a:lnTo>
                <a:cubicBezTo>
                  <a:pt x="679693" y="618832"/>
                  <a:pt x="618832" y="679693"/>
                  <a:pt x="543755" y="679693"/>
                </a:cubicBezTo>
                <a:lnTo>
                  <a:pt x="135939" y="679693"/>
                </a:lnTo>
                <a:cubicBezTo>
                  <a:pt x="60862" y="679693"/>
                  <a:pt x="0" y="618832"/>
                  <a:pt x="0" y="543755"/>
                </a:cubicBezTo>
                <a:lnTo>
                  <a:pt x="0" y="135939"/>
                </a:lnTo>
                <a:cubicBezTo>
                  <a:pt x="0" y="60862"/>
                  <a:pt x="60862" y="0"/>
                  <a:pt x="13593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1" name="Shape 49"/>
          <p:cNvSpPr/>
          <p:nvPr/>
        </p:nvSpPr>
        <p:spPr>
          <a:xfrm>
            <a:off x="4709851" y="4623189"/>
            <a:ext cx="305862" cy="305862"/>
          </a:xfrm>
          <a:custGeom>
            <a:avLst/>
            <a:gdLst/>
            <a:ahLst/>
            <a:cxnLst/>
            <a:rect l="l" t="t" r="r" b="b"/>
            <a:pathLst>
              <a:path w="305862" h="305862">
                <a:moveTo>
                  <a:pt x="38233" y="38233"/>
                </a:moveTo>
                <a:cubicBezTo>
                  <a:pt x="38233" y="27659"/>
                  <a:pt x="29690" y="19116"/>
                  <a:pt x="19116" y="19116"/>
                </a:cubicBezTo>
                <a:cubicBezTo>
                  <a:pt x="8543" y="19116"/>
                  <a:pt x="0" y="27659"/>
                  <a:pt x="0" y="38233"/>
                </a:cubicBezTo>
                <a:lnTo>
                  <a:pt x="0" y="238955"/>
                </a:lnTo>
                <a:cubicBezTo>
                  <a:pt x="0" y="265359"/>
                  <a:pt x="21386" y="286746"/>
                  <a:pt x="47791" y="286746"/>
                </a:cubicBezTo>
                <a:lnTo>
                  <a:pt x="286746" y="286746"/>
                </a:lnTo>
                <a:cubicBezTo>
                  <a:pt x="297319" y="286746"/>
                  <a:pt x="305862" y="278203"/>
                  <a:pt x="305862" y="267629"/>
                </a:cubicBezTo>
                <a:cubicBezTo>
                  <a:pt x="305862" y="257056"/>
                  <a:pt x="297319" y="248513"/>
                  <a:pt x="286746" y="248513"/>
                </a:cubicBezTo>
                <a:lnTo>
                  <a:pt x="47791" y="248513"/>
                </a:lnTo>
                <a:cubicBezTo>
                  <a:pt x="42534" y="248513"/>
                  <a:pt x="38233" y="244212"/>
                  <a:pt x="38233" y="238955"/>
                </a:cubicBezTo>
                <a:lnTo>
                  <a:pt x="38233" y="38233"/>
                </a:lnTo>
                <a:close/>
                <a:moveTo>
                  <a:pt x="281130" y="89966"/>
                </a:moveTo>
                <a:cubicBezTo>
                  <a:pt x="288598" y="82499"/>
                  <a:pt x="288598" y="70372"/>
                  <a:pt x="281130" y="62905"/>
                </a:cubicBezTo>
                <a:cubicBezTo>
                  <a:pt x="273663" y="55437"/>
                  <a:pt x="261536" y="55437"/>
                  <a:pt x="254069" y="62905"/>
                </a:cubicBezTo>
                <a:lnTo>
                  <a:pt x="191164" y="125869"/>
                </a:lnTo>
                <a:lnTo>
                  <a:pt x="156874" y="91639"/>
                </a:lnTo>
                <a:cubicBezTo>
                  <a:pt x="149406" y="84172"/>
                  <a:pt x="137279" y="84172"/>
                  <a:pt x="129812" y="91639"/>
                </a:cubicBezTo>
                <a:lnTo>
                  <a:pt x="72463" y="148988"/>
                </a:lnTo>
                <a:cubicBezTo>
                  <a:pt x="64996" y="156456"/>
                  <a:pt x="64996" y="168583"/>
                  <a:pt x="72463" y="176050"/>
                </a:cubicBezTo>
                <a:cubicBezTo>
                  <a:pt x="79930" y="183517"/>
                  <a:pt x="92057" y="183517"/>
                  <a:pt x="99525" y="176050"/>
                </a:cubicBezTo>
                <a:lnTo>
                  <a:pt x="143373" y="132202"/>
                </a:lnTo>
                <a:lnTo>
                  <a:pt x="177663" y="166492"/>
                </a:lnTo>
                <a:cubicBezTo>
                  <a:pt x="185130" y="173959"/>
                  <a:pt x="197257" y="173959"/>
                  <a:pt x="204724" y="166492"/>
                </a:cubicBezTo>
                <a:lnTo>
                  <a:pt x="281190" y="9002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338567" y="4504242"/>
            <a:ext cx="1019540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Plotly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38567" y="4810104"/>
            <a:ext cx="968563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22935" y="5319874"/>
            <a:ext cx="3220047" cy="50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Bibliothèque de visualisation interactive créant des graphiques dynamiques et engageants.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22935" y="6020808"/>
            <a:ext cx="730670" cy="305862"/>
          </a:xfrm>
          <a:custGeom>
            <a:avLst/>
            <a:gdLst/>
            <a:ahLst/>
            <a:cxnLst/>
            <a:rect l="l" t="t" r="r" b="b"/>
            <a:pathLst>
              <a:path w="730670" h="305862">
                <a:moveTo>
                  <a:pt x="152931" y="0"/>
                </a:moveTo>
                <a:lnTo>
                  <a:pt x="577739" y="0"/>
                </a:lnTo>
                <a:cubicBezTo>
                  <a:pt x="662144" y="0"/>
                  <a:pt x="730670" y="68526"/>
                  <a:pt x="730670" y="152931"/>
                </a:cubicBezTo>
                <a:lnTo>
                  <a:pt x="730670" y="152931"/>
                </a:lnTo>
                <a:cubicBezTo>
                  <a:pt x="730670" y="237336"/>
                  <a:pt x="662144" y="305862"/>
                  <a:pt x="577739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22935" y="6020808"/>
            <a:ext cx="790144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Interactif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319556" y="6020808"/>
            <a:ext cx="416312" cy="305862"/>
          </a:xfrm>
          <a:custGeom>
            <a:avLst/>
            <a:gdLst/>
            <a:ahLst/>
            <a:cxnLst/>
            <a:rect l="l" t="t" r="r" b="b"/>
            <a:pathLst>
              <a:path w="416312" h="305862">
                <a:moveTo>
                  <a:pt x="152931" y="0"/>
                </a:moveTo>
                <a:lnTo>
                  <a:pt x="263381" y="0"/>
                </a:lnTo>
                <a:cubicBezTo>
                  <a:pt x="347786" y="0"/>
                  <a:pt x="416312" y="68526"/>
                  <a:pt x="416312" y="152931"/>
                </a:cubicBezTo>
                <a:lnTo>
                  <a:pt x="416312" y="152931"/>
                </a:lnTo>
                <a:cubicBezTo>
                  <a:pt x="416312" y="237336"/>
                  <a:pt x="347786" y="305862"/>
                  <a:pt x="263381" y="305862"/>
                </a:cubicBezTo>
                <a:lnTo>
                  <a:pt x="152931" y="305862"/>
                </a:lnTo>
                <a:cubicBezTo>
                  <a:pt x="68526" y="305862"/>
                  <a:pt x="0" y="237336"/>
                  <a:pt x="0" y="152931"/>
                </a:cubicBezTo>
                <a:lnTo>
                  <a:pt x="0" y="152931"/>
                </a:lnTo>
                <a:cubicBezTo>
                  <a:pt x="0" y="68526"/>
                  <a:pt x="68526" y="0"/>
                  <a:pt x="15293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319556" y="6020808"/>
            <a:ext cx="475785" cy="305862"/>
          </a:xfrm>
          <a:prstGeom prst="rect">
            <a:avLst/>
          </a:prstGeom>
          <a:noFill/>
          <a:ln/>
        </p:spPr>
        <p:txBody>
          <a:bodyPr wrap="square" lIns="135939" tIns="67969" rIns="135939" bIns="67969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52073" y="4160999"/>
            <a:ext cx="3694134" cy="2445197"/>
          </a:xfrm>
          <a:custGeom>
            <a:avLst/>
            <a:gdLst/>
            <a:ahLst/>
            <a:cxnLst/>
            <a:rect l="l" t="t" r="r" b="b"/>
            <a:pathLst>
              <a:path w="3694134" h="2445197">
                <a:moveTo>
                  <a:pt x="203905" y="0"/>
                </a:moveTo>
                <a:lnTo>
                  <a:pt x="3490229" y="0"/>
                </a:lnTo>
                <a:cubicBezTo>
                  <a:pt x="3602767" y="0"/>
                  <a:pt x="3694134" y="91367"/>
                  <a:pt x="3694134" y="203905"/>
                </a:cubicBezTo>
                <a:lnTo>
                  <a:pt x="3694134" y="2241292"/>
                </a:lnTo>
                <a:cubicBezTo>
                  <a:pt x="3694134" y="2353830"/>
                  <a:pt x="3602767" y="2445197"/>
                  <a:pt x="3490229" y="2445197"/>
                </a:cubicBezTo>
                <a:lnTo>
                  <a:pt x="203905" y="2445197"/>
                </a:lnTo>
                <a:cubicBezTo>
                  <a:pt x="91367" y="2445197"/>
                  <a:pt x="0" y="2353830"/>
                  <a:pt x="0" y="2241292"/>
                </a:cubicBezTo>
                <a:lnTo>
                  <a:pt x="0" y="203905"/>
                </a:lnTo>
                <a:cubicBezTo>
                  <a:pt x="0" y="91367"/>
                  <a:pt x="91367" y="0"/>
                  <a:pt x="2039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12181" y="4497870"/>
            <a:ext cx="573491" cy="509770"/>
          </a:xfrm>
          <a:custGeom>
            <a:avLst/>
            <a:gdLst/>
            <a:ahLst/>
            <a:cxnLst/>
            <a:rect l="l" t="t" r="r" b="b"/>
            <a:pathLst>
              <a:path w="573491" h="509770">
                <a:moveTo>
                  <a:pt x="359229" y="1195"/>
                </a:moveTo>
                <a:cubicBezTo>
                  <a:pt x="342303" y="-3684"/>
                  <a:pt x="324680" y="6173"/>
                  <a:pt x="319801" y="23099"/>
                </a:cubicBezTo>
                <a:lnTo>
                  <a:pt x="192359" y="469148"/>
                </a:lnTo>
                <a:cubicBezTo>
                  <a:pt x="187480" y="486074"/>
                  <a:pt x="197337" y="503697"/>
                  <a:pt x="214263" y="508575"/>
                </a:cubicBezTo>
                <a:cubicBezTo>
                  <a:pt x="231189" y="513454"/>
                  <a:pt x="248812" y="503597"/>
                  <a:pt x="253690" y="486671"/>
                </a:cubicBezTo>
                <a:lnTo>
                  <a:pt x="381133" y="40622"/>
                </a:lnTo>
                <a:cubicBezTo>
                  <a:pt x="386011" y="23696"/>
                  <a:pt x="376155" y="6073"/>
                  <a:pt x="359229" y="1195"/>
                </a:cubicBezTo>
                <a:close/>
                <a:moveTo>
                  <a:pt x="423547" y="136702"/>
                </a:moveTo>
                <a:cubicBezTo>
                  <a:pt x="411102" y="149148"/>
                  <a:pt x="411102" y="169359"/>
                  <a:pt x="423547" y="181805"/>
                </a:cubicBezTo>
                <a:lnTo>
                  <a:pt x="496628" y="254885"/>
                </a:lnTo>
                <a:lnTo>
                  <a:pt x="423547" y="327965"/>
                </a:lnTo>
                <a:cubicBezTo>
                  <a:pt x="411102" y="340411"/>
                  <a:pt x="411102" y="360622"/>
                  <a:pt x="423547" y="373068"/>
                </a:cubicBezTo>
                <a:cubicBezTo>
                  <a:pt x="435993" y="385514"/>
                  <a:pt x="456204" y="385514"/>
                  <a:pt x="468650" y="373068"/>
                </a:cubicBezTo>
                <a:lnTo>
                  <a:pt x="564232" y="277486"/>
                </a:lnTo>
                <a:cubicBezTo>
                  <a:pt x="576677" y="265041"/>
                  <a:pt x="576677" y="244829"/>
                  <a:pt x="564232" y="232383"/>
                </a:cubicBezTo>
                <a:lnTo>
                  <a:pt x="468650" y="136802"/>
                </a:lnTo>
                <a:cubicBezTo>
                  <a:pt x="456204" y="124356"/>
                  <a:pt x="435993" y="124356"/>
                  <a:pt x="423547" y="136802"/>
                </a:cubicBezTo>
                <a:close/>
                <a:moveTo>
                  <a:pt x="150044" y="136702"/>
                </a:moveTo>
                <a:cubicBezTo>
                  <a:pt x="137598" y="124256"/>
                  <a:pt x="117386" y="124256"/>
                  <a:pt x="104941" y="136702"/>
                </a:cubicBezTo>
                <a:lnTo>
                  <a:pt x="9359" y="232284"/>
                </a:lnTo>
                <a:cubicBezTo>
                  <a:pt x="-3086" y="244729"/>
                  <a:pt x="-3086" y="264941"/>
                  <a:pt x="9359" y="277387"/>
                </a:cubicBezTo>
                <a:lnTo>
                  <a:pt x="104941" y="372968"/>
                </a:lnTo>
                <a:cubicBezTo>
                  <a:pt x="117386" y="385414"/>
                  <a:pt x="137598" y="385414"/>
                  <a:pt x="150044" y="372968"/>
                </a:cubicBezTo>
                <a:cubicBezTo>
                  <a:pt x="162489" y="360523"/>
                  <a:pt x="162489" y="340311"/>
                  <a:pt x="150044" y="327866"/>
                </a:cubicBezTo>
                <a:lnTo>
                  <a:pt x="76963" y="254885"/>
                </a:lnTo>
                <a:lnTo>
                  <a:pt x="149944" y="181805"/>
                </a:lnTo>
                <a:cubicBezTo>
                  <a:pt x="162390" y="169359"/>
                  <a:pt x="162390" y="149148"/>
                  <a:pt x="149944" y="136702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61" name="Text 59"/>
          <p:cNvSpPr/>
          <p:nvPr/>
        </p:nvSpPr>
        <p:spPr>
          <a:xfrm>
            <a:off x="8376371" y="5143579"/>
            <a:ext cx="3245536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Moderne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89116" y="5551291"/>
            <a:ext cx="3220047" cy="71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4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cohérent et efficace pour le développement rapide d'applications data-driven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oyalschoolofmusic.es/4ebf35491535d2666c3254cb5de8806174f7eeec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3138" r="13138" t="0" b="0"/>
          <a:stretch/>
        </p:blipFill>
        <p:spPr>
          <a:xfrm>
            <a:off x="0" y="0"/>
            <a:ext cx="12192000" cy="686003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25120" y="325120"/>
            <a:ext cx="65024" cy="390144"/>
          </a:xfrm>
          <a:custGeom>
            <a:avLst/>
            <a:gdLst/>
            <a:ahLst/>
            <a:cxnLst/>
            <a:rect l="l" t="t" r="r" b="b"/>
            <a:pathLst>
              <a:path w="65024" h="390144">
                <a:moveTo>
                  <a:pt x="0" y="0"/>
                </a:moveTo>
                <a:lnTo>
                  <a:pt x="65024" y="0"/>
                </a:lnTo>
                <a:lnTo>
                  <a:pt x="65024" y="390144"/>
                </a:lnTo>
                <a:lnTo>
                  <a:pt x="0" y="390144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4" name="Text 1"/>
          <p:cNvSpPr/>
          <p:nvPr/>
        </p:nvSpPr>
        <p:spPr>
          <a:xfrm>
            <a:off x="520192" y="325120"/>
            <a:ext cx="338124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7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0192" y="780288"/>
            <a:ext cx="1142796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Algorithmes intelligents pour des recommandations précises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8371" y="1206195"/>
            <a:ext cx="8191398" cy="2729382"/>
          </a:xfrm>
          <a:custGeom>
            <a:avLst/>
            <a:gdLst/>
            <a:ahLst/>
            <a:cxnLst/>
            <a:rect l="l" t="t" r="r" b="b"/>
            <a:pathLst>
              <a:path w="8191398" h="2729382">
                <a:moveTo>
                  <a:pt x="195069" y="0"/>
                </a:moveTo>
                <a:lnTo>
                  <a:pt x="7996329" y="0"/>
                </a:lnTo>
                <a:cubicBezTo>
                  <a:pt x="8104063" y="0"/>
                  <a:pt x="8191398" y="87335"/>
                  <a:pt x="8191398" y="195069"/>
                </a:cubicBezTo>
                <a:lnTo>
                  <a:pt x="8191398" y="2534313"/>
                </a:lnTo>
                <a:cubicBezTo>
                  <a:pt x="8191398" y="2642047"/>
                  <a:pt x="8104063" y="2729382"/>
                  <a:pt x="7996329" y="2729382"/>
                </a:cubicBezTo>
                <a:lnTo>
                  <a:pt x="195069" y="2729382"/>
                </a:lnTo>
                <a:cubicBezTo>
                  <a:pt x="87335" y="2729382"/>
                  <a:pt x="0" y="2642047"/>
                  <a:pt x="0" y="2534313"/>
                </a:cubicBezTo>
                <a:lnTo>
                  <a:pt x="0" y="195069"/>
                </a:lnTo>
                <a:cubicBezTo>
                  <a:pt x="0" y="87407"/>
                  <a:pt x="87407" y="0"/>
                  <a:pt x="195069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30000"/>
                </a:srgbClr>
              </a:gs>
              <a:gs pos="100000">
                <a:srgbClr val="1DB954">
                  <a:alpha val="10000"/>
                </a:srgbClr>
              </a:gs>
            </a:gsLst>
            <a:lin ang="2700000" scaled="1"/>
          </a:gradFill>
          <a:ln w="1016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1718" y="1469545"/>
            <a:ext cx="650240" cy="650240"/>
          </a:xfrm>
          <a:custGeom>
            <a:avLst/>
            <a:gdLst/>
            <a:ahLst/>
            <a:cxnLst/>
            <a:rect l="l" t="t" r="r" b="b"/>
            <a:pathLst>
              <a:path w="650240" h="650240">
                <a:moveTo>
                  <a:pt x="130048" y="0"/>
                </a:moveTo>
                <a:lnTo>
                  <a:pt x="520192" y="0"/>
                </a:lnTo>
                <a:cubicBezTo>
                  <a:pt x="592016" y="0"/>
                  <a:pt x="650240" y="58224"/>
                  <a:pt x="650240" y="130048"/>
                </a:cubicBezTo>
                <a:lnTo>
                  <a:pt x="650240" y="520192"/>
                </a:lnTo>
                <a:cubicBezTo>
                  <a:pt x="650240" y="592016"/>
                  <a:pt x="592016" y="650240"/>
                  <a:pt x="520192" y="650240"/>
                </a:cubicBezTo>
                <a:lnTo>
                  <a:pt x="130048" y="650240"/>
                </a:lnTo>
                <a:cubicBezTo>
                  <a:pt x="58224" y="650240"/>
                  <a:pt x="0" y="592016"/>
                  <a:pt x="0" y="520192"/>
                </a:cubicBezTo>
                <a:lnTo>
                  <a:pt x="0" y="130048"/>
                </a:lnTo>
                <a:cubicBezTo>
                  <a:pt x="0" y="58273"/>
                  <a:pt x="58273" y="0"/>
                  <a:pt x="130048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8" name="Shape 5"/>
          <p:cNvSpPr/>
          <p:nvPr/>
        </p:nvSpPr>
        <p:spPr>
          <a:xfrm>
            <a:off x="796950" y="1672745"/>
            <a:ext cx="243840" cy="243840"/>
          </a:xfrm>
          <a:custGeom>
            <a:avLst/>
            <a:gdLst/>
            <a:ahLst/>
            <a:cxnLst/>
            <a:rect l="l" t="t" r="r" b="b"/>
            <a:pathLst>
              <a:path w="243840" h="243840">
                <a:moveTo>
                  <a:pt x="0" y="38100"/>
                </a:moveTo>
                <a:cubicBezTo>
                  <a:pt x="0" y="25479"/>
                  <a:pt x="10239" y="15240"/>
                  <a:pt x="22860" y="15240"/>
                </a:cubicBezTo>
                <a:lnTo>
                  <a:pt x="68580" y="15240"/>
                </a:lnTo>
                <a:cubicBezTo>
                  <a:pt x="81201" y="15240"/>
                  <a:pt x="91440" y="25479"/>
                  <a:pt x="91440" y="38100"/>
                </a:cubicBezTo>
                <a:lnTo>
                  <a:pt x="91440" y="45720"/>
                </a:lnTo>
                <a:lnTo>
                  <a:pt x="152400" y="45720"/>
                </a:lnTo>
                <a:lnTo>
                  <a:pt x="152400" y="38100"/>
                </a:lnTo>
                <a:cubicBezTo>
                  <a:pt x="152400" y="25479"/>
                  <a:pt x="162639" y="15240"/>
                  <a:pt x="175260" y="15240"/>
                </a:cubicBezTo>
                <a:lnTo>
                  <a:pt x="220980" y="15240"/>
                </a:lnTo>
                <a:cubicBezTo>
                  <a:pt x="233601" y="15240"/>
                  <a:pt x="243840" y="25479"/>
                  <a:pt x="243840" y="38100"/>
                </a:cubicBezTo>
                <a:lnTo>
                  <a:pt x="243840" y="83820"/>
                </a:lnTo>
                <a:cubicBezTo>
                  <a:pt x="243840" y="96441"/>
                  <a:pt x="233601" y="106680"/>
                  <a:pt x="220980" y="106680"/>
                </a:cubicBezTo>
                <a:lnTo>
                  <a:pt x="175260" y="106680"/>
                </a:lnTo>
                <a:cubicBezTo>
                  <a:pt x="162639" y="106680"/>
                  <a:pt x="152400" y="96441"/>
                  <a:pt x="152400" y="83820"/>
                </a:cubicBezTo>
                <a:lnTo>
                  <a:pt x="152400" y="76200"/>
                </a:lnTo>
                <a:lnTo>
                  <a:pt x="91440" y="76200"/>
                </a:lnTo>
                <a:lnTo>
                  <a:pt x="91440" y="83820"/>
                </a:lnTo>
                <a:cubicBezTo>
                  <a:pt x="91440" y="87297"/>
                  <a:pt x="90630" y="90630"/>
                  <a:pt x="89249" y="93583"/>
                </a:cubicBezTo>
                <a:lnTo>
                  <a:pt x="121920" y="137160"/>
                </a:lnTo>
                <a:lnTo>
                  <a:pt x="160020" y="137160"/>
                </a:lnTo>
                <a:cubicBezTo>
                  <a:pt x="172641" y="137160"/>
                  <a:pt x="182880" y="147399"/>
                  <a:pt x="182880" y="160020"/>
                </a:cubicBezTo>
                <a:lnTo>
                  <a:pt x="182880" y="205740"/>
                </a:lnTo>
                <a:cubicBezTo>
                  <a:pt x="182880" y="218361"/>
                  <a:pt x="172641" y="228600"/>
                  <a:pt x="160020" y="228600"/>
                </a:cubicBezTo>
                <a:lnTo>
                  <a:pt x="114300" y="228600"/>
                </a:lnTo>
                <a:cubicBezTo>
                  <a:pt x="101679" y="228600"/>
                  <a:pt x="91440" y="218361"/>
                  <a:pt x="91440" y="205740"/>
                </a:cubicBezTo>
                <a:lnTo>
                  <a:pt x="91440" y="160020"/>
                </a:lnTo>
                <a:cubicBezTo>
                  <a:pt x="91440" y="156543"/>
                  <a:pt x="92250" y="153210"/>
                  <a:pt x="93631" y="150257"/>
                </a:cubicBezTo>
                <a:lnTo>
                  <a:pt x="60960" y="106680"/>
                </a:lnTo>
                <a:lnTo>
                  <a:pt x="22860" y="106680"/>
                </a:lnTo>
                <a:cubicBezTo>
                  <a:pt x="10239" y="106680"/>
                  <a:pt x="0" y="96441"/>
                  <a:pt x="0" y="8382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9" name="Text 6"/>
          <p:cNvSpPr/>
          <p:nvPr/>
        </p:nvSpPr>
        <p:spPr>
          <a:xfrm>
            <a:off x="1437030" y="1518313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37030" y="1843433"/>
            <a:ext cx="215392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Similarité par caractéristiques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1718" y="2314857"/>
            <a:ext cx="773785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 qui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trouve des chansons similaires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comparant leurs vecteurs de caractéristiques audio dans un espace multidimensionnel.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1718" y="2985417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728013" y="3115465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25108" y="87059"/>
                </a:moveTo>
                <a:cubicBezTo>
                  <a:pt x="30175" y="51626"/>
                  <a:pt x="60693" y="24384"/>
                  <a:pt x="97536" y="24384"/>
                </a:cubicBezTo>
                <a:cubicBezTo>
                  <a:pt x="117729" y="24384"/>
                  <a:pt x="136017" y="32575"/>
                  <a:pt x="149276" y="45796"/>
                </a:cubicBezTo>
                <a:cubicBezTo>
                  <a:pt x="149352" y="45872"/>
                  <a:pt x="149428" y="45949"/>
                  <a:pt x="149504" y="46025"/>
                </a:cubicBezTo>
                <a:lnTo>
                  <a:pt x="152400" y="48768"/>
                </a:lnTo>
                <a:lnTo>
                  <a:pt x="134150" y="48768"/>
                </a:lnTo>
                <a:cubicBezTo>
                  <a:pt x="127406" y="48768"/>
                  <a:pt x="121958" y="54216"/>
                  <a:pt x="121958" y="60960"/>
                </a:cubicBezTo>
                <a:cubicBezTo>
                  <a:pt x="121958" y="67704"/>
                  <a:pt x="127406" y="73152"/>
                  <a:pt x="134150" y="73152"/>
                </a:cubicBezTo>
                <a:lnTo>
                  <a:pt x="182918" y="73152"/>
                </a:lnTo>
                <a:cubicBezTo>
                  <a:pt x="189662" y="73152"/>
                  <a:pt x="195110" y="67704"/>
                  <a:pt x="195110" y="60960"/>
                </a:cubicBezTo>
                <a:lnTo>
                  <a:pt x="195110" y="12192"/>
                </a:lnTo>
                <a:cubicBezTo>
                  <a:pt x="195110" y="5448"/>
                  <a:pt x="189662" y="0"/>
                  <a:pt x="182918" y="0"/>
                </a:cubicBezTo>
                <a:cubicBezTo>
                  <a:pt x="176174" y="0"/>
                  <a:pt x="170726" y="5448"/>
                  <a:pt x="170726" y="12192"/>
                </a:cubicBezTo>
                <a:lnTo>
                  <a:pt x="170726" y="32537"/>
                </a:lnTo>
                <a:lnTo>
                  <a:pt x="166421" y="28461"/>
                </a:lnTo>
                <a:cubicBezTo>
                  <a:pt x="148780" y="10897"/>
                  <a:pt x="124397" y="0"/>
                  <a:pt x="97536" y="0"/>
                </a:cubicBezTo>
                <a:cubicBezTo>
                  <a:pt x="48387" y="0"/>
                  <a:pt x="7734" y="36347"/>
                  <a:pt x="991" y="83630"/>
                </a:cubicBezTo>
                <a:cubicBezTo>
                  <a:pt x="38" y="90297"/>
                  <a:pt x="4648" y="96469"/>
                  <a:pt x="11316" y="97422"/>
                </a:cubicBezTo>
                <a:cubicBezTo>
                  <a:pt x="17983" y="98374"/>
                  <a:pt x="24155" y="93726"/>
                  <a:pt x="25108" y="87097"/>
                </a:cubicBezTo>
                <a:close/>
                <a:moveTo>
                  <a:pt x="194081" y="111443"/>
                </a:moveTo>
                <a:cubicBezTo>
                  <a:pt x="195034" y="104775"/>
                  <a:pt x="190386" y="98603"/>
                  <a:pt x="183756" y="97650"/>
                </a:cubicBezTo>
                <a:cubicBezTo>
                  <a:pt x="177127" y="96698"/>
                  <a:pt x="170917" y="101346"/>
                  <a:pt x="169964" y="107975"/>
                </a:cubicBezTo>
                <a:cubicBezTo>
                  <a:pt x="164897" y="143408"/>
                  <a:pt x="134379" y="170650"/>
                  <a:pt x="97536" y="170650"/>
                </a:cubicBezTo>
                <a:cubicBezTo>
                  <a:pt x="77343" y="170650"/>
                  <a:pt x="59055" y="162458"/>
                  <a:pt x="45796" y="149238"/>
                </a:cubicBezTo>
                <a:cubicBezTo>
                  <a:pt x="45720" y="149162"/>
                  <a:pt x="45644" y="149085"/>
                  <a:pt x="45568" y="149009"/>
                </a:cubicBezTo>
                <a:lnTo>
                  <a:pt x="42672" y="146266"/>
                </a:lnTo>
                <a:lnTo>
                  <a:pt x="60922" y="146266"/>
                </a:lnTo>
                <a:cubicBezTo>
                  <a:pt x="67666" y="146266"/>
                  <a:pt x="73114" y="140818"/>
                  <a:pt x="73114" y="134074"/>
                </a:cubicBezTo>
                <a:cubicBezTo>
                  <a:pt x="73114" y="127330"/>
                  <a:pt x="67666" y="121882"/>
                  <a:pt x="60922" y="121882"/>
                </a:cubicBezTo>
                <a:lnTo>
                  <a:pt x="12192" y="121920"/>
                </a:lnTo>
                <a:cubicBezTo>
                  <a:pt x="8954" y="121920"/>
                  <a:pt x="5829" y="123215"/>
                  <a:pt x="3543" y="125540"/>
                </a:cubicBezTo>
                <a:cubicBezTo>
                  <a:pt x="1257" y="127864"/>
                  <a:pt x="-38" y="130950"/>
                  <a:pt x="0" y="134226"/>
                </a:cubicBezTo>
                <a:lnTo>
                  <a:pt x="381" y="182613"/>
                </a:lnTo>
                <a:cubicBezTo>
                  <a:pt x="419" y="189357"/>
                  <a:pt x="5944" y="194767"/>
                  <a:pt x="12687" y="194691"/>
                </a:cubicBezTo>
                <a:cubicBezTo>
                  <a:pt x="19431" y="194615"/>
                  <a:pt x="24841" y="189128"/>
                  <a:pt x="24765" y="182385"/>
                </a:cubicBezTo>
                <a:lnTo>
                  <a:pt x="24613" y="162763"/>
                </a:lnTo>
                <a:lnTo>
                  <a:pt x="28689" y="166611"/>
                </a:lnTo>
                <a:cubicBezTo>
                  <a:pt x="46330" y="184175"/>
                  <a:pt x="70676" y="195072"/>
                  <a:pt x="97536" y="195072"/>
                </a:cubicBezTo>
                <a:cubicBezTo>
                  <a:pt x="146685" y="195072"/>
                  <a:pt x="187338" y="158725"/>
                  <a:pt x="194081" y="111443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4" name="Text 11"/>
          <p:cNvSpPr/>
          <p:nvPr/>
        </p:nvSpPr>
        <p:spPr>
          <a:xfrm>
            <a:off x="693318" y="3375561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Vecteurs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89529" y="2985417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350207" y="3115465"/>
            <a:ext cx="146304" cy="195072"/>
          </a:xfrm>
          <a:custGeom>
            <a:avLst/>
            <a:gdLst/>
            <a:ahLst/>
            <a:cxnLst/>
            <a:rect l="l" t="t" r="r" b="b"/>
            <a:pathLst>
              <a:path w="146304" h="195072">
                <a:moveTo>
                  <a:pt x="24384" y="0"/>
                </a:moveTo>
                <a:cubicBezTo>
                  <a:pt x="10935" y="0"/>
                  <a:pt x="0" y="10935"/>
                  <a:pt x="0" y="24384"/>
                </a:cubicBezTo>
                <a:lnTo>
                  <a:pt x="0" y="170688"/>
                </a:lnTo>
                <a:cubicBezTo>
                  <a:pt x="0" y="184137"/>
                  <a:pt x="10935" y="195072"/>
                  <a:pt x="24384" y="195072"/>
                </a:cubicBezTo>
                <a:lnTo>
                  <a:pt x="121920" y="195072"/>
                </a:lnTo>
                <a:cubicBezTo>
                  <a:pt x="135369" y="195072"/>
                  <a:pt x="146304" y="184137"/>
                  <a:pt x="146304" y="170688"/>
                </a:cubicBezTo>
                <a:lnTo>
                  <a:pt x="146304" y="24384"/>
                </a:lnTo>
                <a:cubicBezTo>
                  <a:pt x="146304" y="10935"/>
                  <a:pt x="135369" y="0"/>
                  <a:pt x="121920" y="0"/>
                </a:cubicBezTo>
                <a:lnTo>
                  <a:pt x="24384" y="0"/>
                </a:lnTo>
                <a:close/>
                <a:moveTo>
                  <a:pt x="36576" y="24384"/>
                </a:moveTo>
                <a:lnTo>
                  <a:pt x="109728" y="24384"/>
                </a:lnTo>
                <a:cubicBezTo>
                  <a:pt x="116472" y="24384"/>
                  <a:pt x="121920" y="29832"/>
                  <a:pt x="121920" y="36576"/>
                </a:cubicBezTo>
                <a:lnTo>
                  <a:pt x="121920" y="48768"/>
                </a:lnTo>
                <a:cubicBezTo>
                  <a:pt x="121920" y="55512"/>
                  <a:pt x="116472" y="60960"/>
                  <a:pt x="109728" y="60960"/>
                </a:cubicBezTo>
                <a:lnTo>
                  <a:pt x="36576" y="60960"/>
                </a:lnTo>
                <a:cubicBezTo>
                  <a:pt x="29832" y="60960"/>
                  <a:pt x="24384" y="55512"/>
                  <a:pt x="24384" y="48768"/>
                </a:cubicBezTo>
                <a:lnTo>
                  <a:pt x="24384" y="36576"/>
                </a:lnTo>
                <a:cubicBezTo>
                  <a:pt x="24384" y="29832"/>
                  <a:pt x="29832" y="24384"/>
                  <a:pt x="36576" y="24384"/>
                </a:cubicBezTo>
                <a:close/>
                <a:moveTo>
                  <a:pt x="42672" y="88392"/>
                </a:moveTo>
                <a:cubicBezTo>
                  <a:pt x="42672" y="93439"/>
                  <a:pt x="38575" y="97536"/>
                  <a:pt x="33528" y="97536"/>
                </a:cubicBezTo>
                <a:cubicBezTo>
                  <a:pt x="28481" y="97536"/>
                  <a:pt x="24384" y="93439"/>
                  <a:pt x="24384" y="88392"/>
                </a:cubicBezTo>
                <a:cubicBezTo>
                  <a:pt x="24384" y="83345"/>
                  <a:pt x="28481" y="79248"/>
                  <a:pt x="33528" y="79248"/>
                </a:cubicBezTo>
                <a:cubicBezTo>
                  <a:pt x="38575" y="79248"/>
                  <a:pt x="42672" y="83345"/>
                  <a:pt x="42672" y="88392"/>
                </a:cubicBezTo>
                <a:close/>
                <a:moveTo>
                  <a:pt x="73152" y="97536"/>
                </a:moveTo>
                <a:cubicBezTo>
                  <a:pt x="68105" y="97536"/>
                  <a:pt x="64008" y="93439"/>
                  <a:pt x="64008" y="88392"/>
                </a:cubicBezTo>
                <a:cubicBezTo>
                  <a:pt x="64008" y="83345"/>
                  <a:pt x="68105" y="79248"/>
                  <a:pt x="73152" y="79248"/>
                </a:cubicBezTo>
                <a:cubicBezTo>
                  <a:pt x="78199" y="79248"/>
                  <a:pt x="82296" y="83345"/>
                  <a:pt x="82296" y="88392"/>
                </a:cubicBezTo>
                <a:cubicBezTo>
                  <a:pt x="82296" y="93439"/>
                  <a:pt x="78199" y="97536"/>
                  <a:pt x="73152" y="97536"/>
                </a:cubicBezTo>
                <a:close/>
                <a:moveTo>
                  <a:pt x="121920" y="88392"/>
                </a:moveTo>
                <a:cubicBezTo>
                  <a:pt x="121920" y="93439"/>
                  <a:pt x="117823" y="97536"/>
                  <a:pt x="112776" y="97536"/>
                </a:cubicBezTo>
                <a:cubicBezTo>
                  <a:pt x="107729" y="97536"/>
                  <a:pt x="103632" y="93439"/>
                  <a:pt x="103632" y="88392"/>
                </a:cubicBezTo>
                <a:cubicBezTo>
                  <a:pt x="103632" y="83345"/>
                  <a:pt x="107729" y="79248"/>
                  <a:pt x="112776" y="79248"/>
                </a:cubicBezTo>
                <a:cubicBezTo>
                  <a:pt x="117823" y="79248"/>
                  <a:pt x="121920" y="83345"/>
                  <a:pt x="121920" y="88392"/>
                </a:cubicBezTo>
                <a:close/>
                <a:moveTo>
                  <a:pt x="33528" y="134112"/>
                </a:moveTo>
                <a:cubicBezTo>
                  <a:pt x="28481" y="134112"/>
                  <a:pt x="24384" y="130015"/>
                  <a:pt x="24384" y="124968"/>
                </a:cubicBezTo>
                <a:cubicBezTo>
                  <a:pt x="24384" y="119921"/>
                  <a:pt x="28481" y="115824"/>
                  <a:pt x="33528" y="115824"/>
                </a:cubicBezTo>
                <a:cubicBezTo>
                  <a:pt x="38575" y="115824"/>
                  <a:pt x="42672" y="119921"/>
                  <a:pt x="42672" y="124968"/>
                </a:cubicBezTo>
                <a:cubicBezTo>
                  <a:pt x="42672" y="130015"/>
                  <a:pt x="38575" y="134112"/>
                  <a:pt x="33528" y="134112"/>
                </a:cubicBezTo>
                <a:close/>
                <a:moveTo>
                  <a:pt x="82296" y="124968"/>
                </a:moveTo>
                <a:cubicBezTo>
                  <a:pt x="82296" y="130015"/>
                  <a:pt x="78199" y="134112"/>
                  <a:pt x="73152" y="134112"/>
                </a:cubicBezTo>
                <a:cubicBezTo>
                  <a:pt x="68105" y="134112"/>
                  <a:pt x="64008" y="130015"/>
                  <a:pt x="64008" y="124968"/>
                </a:cubicBezTo>
                <a:cubicBezTo>
                  <a:pt x="64008" y="119921"/>
                  <a:pt x="68105" y="115824"/>
                  <a:pt x="73152" y="115824"/>
                </a:cubicBezTo>
                <a:cubicBezTo>
                  <a:pt x="78199" y="115824"/>
                  <a:pt x="82296" y="119921"/>
                  <a:pt x="82296" y="124968"/>
                </a:cubicBezTo>
                <a:close/>
                <a:moveTo>
                  <a:pt x="112776" y="134112"/>
                </a:moveTo>
                <a:cubicBezTo>
                  <a:pt x="107729" y="134112"/>
                  <a:pt x="103632" y="130015"/>
                  <a:pt x="103632" y="124968"/>
                </a:cubicBezTo>
                <a:cubicBezTo>
                  <a:pt x="103632" y="119921"/>
                  <a:pt x="107729" y="115824"/>
                  <a:pt x="112776" y="115824"/>
                </a:cubicBezTo>
                <a:cubicBezTo>
                  <a:pt x="117823" y="115824"/>
                  <a:pt x="121920" y="119921"/>
                  <a:pt x="121920" y="124968"/>
                </a:cubicBezTo>
                <a:cubicBezTo>
                  <a:pt x="121920" y="130015"/>
                  <a:pt x="117823" y="134112"/>
                  <a:pt x="112776" y="134112"/>
                </a:cubicBezTo>
                <a:close/>
                <a:moveTo>
                  <a:pt x="24384" y="161544"/>
                </a:moveTo>
                <a:cubicBezTo>
                  <a:pt x="24384" y="156477"/>
                  <a:pt x="28461" y="152400"/>
                  <a:pt x="33528" y="152400"/>
                </a:cubicBezTo>
                <a:lnTo>
                  <a:pt x="76200" y="152400"/>
                </a:lnTo>
                <a:cubicBezTo>
                  <a:pt x="81267" y="152400"/>
                  <a:pt x="85344" y="156477"/>
                  <a:pt x="85344" y="161544"/>
                </a:cubicBezTo>
                <a:cubicBezTo>
                  <a:pt x="85344" y="166611"/>
                  <a:pt x="81267" y="170688"/>
                  <a:pt x="76200" y="170688"/>
                </a:cubicBezTo>
                <a:lnTo>
                  <a:pt x="33528" y="170688"/>
                </a:lnTo>
                <a:cubicBezTo>
                  <a:pt x="28461" y="170688"/>
                  <a:pt x="24384" y="166611"/>
                  <a:pt x="24384" y="161544"/>
                </a:cubicBezTo>
                <a:close/>
                <a:moveTo>
                  <a:pt x="112776" y="152400"/>
                </a:moveTo>
                <a:cubicBezTo>
                  <a:pt x="117843" y="152400"/>
                  <a:pt x="121920" y="156477"/>
                  <a:pt x="121920" y="161544"/>
                </a:cubicBezTo>
                <a:cubicBezTo>
                  <a:pt x="121920" y="166611"/>
                  <a:pt x="117843" y="170688"/>
                  <a:pt x="112776" y="170688"/>
                </a:cubicBezTo>
                <a:cubicBezTo>
                  <a:pt x="107709" y="170688"/>
                  <a:pt x="103632" y="166611"/>
                  <a:pt x="103632" y="161544"/>
                </a:cubicBezTo>
                <a:cubicBezTo>
                  <a:pt x="103632" y="156477"/>
                  <a:pt x="107709" y="152400"/>
                  <a:pt x="112776" y="15240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129" y="3375561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87339" y="2985417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35826" y="3115465"/>
            <a:ext cx="170688" cy="195072"/>
          </a:xfrm>
          <a:custGeom>
            <a:avLst/>
            <a:gdLst/>
            <a:ahLst/>
            <a:cxnLst/>
            <a:rect l="l" t="t" r="r" b="b"/>
            <a:pathLst>
              <a:path w="170688" h="195072">
                <a:moveTo>
                  <a:pt x="12192" y="48768"/>
                </a:moveTo>
                <a:cubicBezTo>
                  <a:pt x="5448" y="48768"/>
                  <a:pt x="0" y="54216"/>
                  <a:pt x="0" y="60960"/>
                </a:cubicBezTo>
                <a:cubicBezTo>
                  <a:pt x="0" y="67704"/>
                  <a:pt x="5448" y="73152"/>
                  <a:pt x="12192" y="73152"/>
                </a:cubicBezTo>
                <a:lnTo>
                  <a:pt x="158496" y="73152"/>
                </a:lnTo>
                <a:cubicBezTo>
                  <a:pt x="165240" y="73152"/>
                  <a:pt x="170688" y="67704"/>
                  <a:pt x="170688" y="60960"/>
                </a:cubicBezTo>
                <a:cubicBezTo>
                  <a:pt x="170688" y="54216"/>
                  <a:pt x="165240" y="48768"/>
                  <a:pt x="158496" y="48768"/>
                </a:cubicBezTo>
                <a:lnTo>
                  <a:pt x="12192" y="48768"/>
                </a:lnTo>
                <a:close/>
                <a:moveTo>
                  <a:pt x="12192" y="121920"/>
                </a:moveTo>
                <a:cubicBezTo>
                  <a:pt x="5448" y="121920"/>
                  <a:pt x="0" y="127368"/>
                  <a:pt x="0" y="134112"/>
                </a:cubicBezTo>
                <a:cubicBezTo>
                  <a:pt x="0" y="140856"/>
                  <a:pt x="5448" y="146304"/>
                  <a:pt x="12192" y="146304"/>
                </a:cubicBezTo>
                <a:lnTo>
                  <a:pt x="158496" y="146304"/>
                </a:lnTo>
                <a:cubicBezTo>
                  <a:pt x="165240" y="146304"/>
                  <a:pt x="170688" y="140856"/>
                  <a:pt x="170688" y="134112"/>
                </a:cubicBezTo>
                <a:cubicBezTo>
                  <a:pt x="170688" y="127368"/>
                  <a:pt x="165240" y="121920"/>
                  <a:pt x="158496" y="121920"/>
                </a:cubicBezTo>
                <a:lnTo>
                  <a:pt x="12192" y="12192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0" name="Text 17"/>
          <p:cNvSpPr/>
          <p:nvPr/>
        </p:nvSpPr>
        <p:spPr>
          <a:xfrm>
            <a:off x="5888939" y="3375561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Similitude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8371" y="4133089"/>
            <a:ext cx="8191398" cy="2729382"/>
          </a:xfrm>
          <a:custGeom>
            <a:avLst/>
            <a:gdLst/>
            <a:ahLst/>
            <a:cxnLst/>
            <a:rect l="l" t="t" r="r" b="b"/>
            <a:pathLst>
              <a:path w="8191398" h="2729382">
                <a:moveTo>
                  <a:pt x="195069" y="0"/>
                </a:moveTo>
                <a:lnTo>
                  <a:pt x="7996329" y="0"/>
                </a:lnTo>
                <a:cubicBezTo>
                  <a:pt x="8104063" y="0"/>
                  <a:pt x="8191398" y="87335"/>
                  <a:pt x="8191398" y="195069"/>
                </a:cubicBezTo>
                <a:lnTo>
                  <a:pt x="8191398" y="2534313"/>
                </a:lnTo>
                <a:cubicBezTo>
                  <a:pt x="8191398" y="2642047"/>
                  <a:pt x="8104063" y="2729382"/>
                  <a:pt x="7996329" y="2729382"/>
                </a:cubicBezTo>
                <a:lnTo>
                  <a:pt x="195069" y="2729382"/>
                </a:lnTo>
                <a:cubicBezTo>
                  <a:pt x="87335" y="2729382"/>
                  <a:pt x="0" y="2642047"/>
                  <a:pt x="0" y="2534313"/>
                </a:cubicBezTo>
                <a:lnTo>
                  <a:pt x="0" y="195069"/>
                </a:lnTo>
                <a:cubicBezTo>
                  <a:pt x="0" y="87407"/>
                  <a:pt x="87407" y="0"/>
                  <a:pt x="19506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30000"/>
                </a:srgbClr>
              </a:gs>
              <a:gs pos="100000">
                <a:srgbClr val="FF6B35">
                  <a:alpha val="10000"/>
                </a:srgbClr>
              </a:gs>
            </a:gsLst>
            <a:lin ang="2700000" scaled="1"/>
          </a:gradFill>
          <a:ln w="1016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1718" y="4396434"/>
            <a:ext cx="650240" cy="650240"/>
          </a:xfrm>
          <a:custGeom>
            <a:avLst/>
            <a:gdLst/>
            <a:ahLst/>
            <a:cxnLst/>
            <a:rect l="l" t="t" r="r" b="b"/>
            <a:pathLst>
              <a:path w="650240" h="650240">
                <a:moveTo>
                  <a:pt x="130048" y="0"/>
                </a:moveTo>
                <a:lnTo>
                  <a:pt x="520192" y="0"/>
                </a:lnTo>
                <a:cubicBezTo>
                  <a:pt x="592016" y="0"/>
                  <a:pt x="650240" y="58224"/>
                  <a:pt x="650240" y="130048"/>
                </a:cubicBezTo>
                <a:lnTo>
                  <a:pt x="650240" y="520192"/>
                </a:lnTo>
                <a:cubicBezTo>
                  <a:pt x="650240" y="592016"/>
                  <a:pt x="592016" y="650240"/>
                  <a:pt x="520192" y="650240"/>
                </a:cubicBezTo>
                <a:lnTo>
                  <a:pt x="130048" y="650240"/>
                </a:lnTo>
                <a:cubicBezTo>
                  <a:pt x="58224" y="650240"/>
                  <a:pt x="0" y="592016"/>
                  <a:pt x="0" y="520192"/>
                </a:cubicBezTo>
                <a:lnTo>
                  <a:pt x="0" y="130048"/>
                </a:lnTo>
                <a:cubicBezTo>
                  <a:pt x="0" y="58273"/>
                  <a:pt x="58273" y="0"/>
                  <a:pt x="130048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Shape 20"/>
          <p:cNvSpPr/>
          <p:nvPr/>
        </p:nvSpPr>
        <p:spPr>
          <a:xfrm>
            <a:off x="766470" y="4599634"/>
            <a:ext cx="304800" cy="243840"/>
          </a:xfrm>
          <a:custGeom>
            <a:avLst/>
            <a:gdLst/>
            <a:ahLst/>
            <a:cxnLst/>
            <a:rect l="l" t="t" r="r" b="b"/>
            <a:pathLst>
              <a:path w="304800" h="243840">
                <a:moveTo>
                  <a:pt x="152400" y="7620"/>
                </a:moveTo>
                <a:cubicBezTo>
                  <a:pt x="179736" y="7620"/>
                  <a:pt x="201930" y="29814"/>
                  <a:pt x="201930" y="57150"/>
                </a:cubicBezTo>
                <a:cubicBezTo>
                  <a:pt x="201930" y="84486"/>
                  <a:pt x="179736" y="106680"/>
                  <a:pt x="152400" y="106680"/>
                </a:cubicBezTo>
                <a:cubicBezTo>
                  <a:pt x="125064" y="106680"/>
                  <a:pt x="102870" y="84486"/>
                  <a:pt x="102870" y="57150"/>
                </a:cubicBezTo>
                <a:cubicBezTo>
                  <a:pt x="102870" y="29814"/>
                  <a:pt x="125064" y="7620"/>
                  <a:pt x="152400" y="7620"/>
                </a:cubicBezTo>
                <a:close/>
                <a:moveTo>
                  <a:pt x="45720" y="41910"/>
                </a:moveTo>
                <a:cubicBezTo>
                  <a:pt x="64645" y="41910"/>
                  <a:pt x="80010" y="57275"/>
                  <a:pt x="80010" y="76200"/>
                </a:cubicBezTo>
                <a:cubicBezTo>
                  <a:pt x="80010" y="95125"/>
                  <a:pt x="64645" y="110490"/>
                  <a:pt x="45720" y="110490"/>
                </a:cubicBezTo>
                <a:cubicBezTo>
                  <a:pt x="26795" y="110490"/>
                  <a:pt x="11430" y="95125"/>
                  <a:pt x="11430" y="76200"/>
                </a:cubicBezTo>
                <a:cubicBezTo>
                  <a:pt x="11430" y="57275"/>
                  <a:pt x="26795" y="41910"/>
                  <a:pt x="45720" y="41910"/>
                </a:cubicBezTo>
                <a:close/>
                <a:moveTo>
                  <a:pt x="0" y="198120"/>
                </a:moveTo>
                <a:cubicBezTo>
                  <a:pt x="0" y="164449"/>
                  <a:pt x="27289" y="137160"/>
                  <a:pt x="60960" y="137160"/>
                </a:cubicBezTo>
                <a:cubicBezTo>
                  <a:pt x="67056" y="137160"/>
                  <a:pt x="72962" y="138065"/>
                  <a:pt x="78534" y="139732"/>
                </a:cubicBezTo>
                <a:cubicBezTo>
                  <a:pt x="62865" y="157258"/>
                  <a:pt x="53340" y="180403"/>
                  <a:pt x="53340" y="205740"/>
                </a:cubicBezTo>
                <a:lnTo>
                  <a:pt x="53340" y="213360"/>
                </a:lnTo>
                <a:cubicBezTo>
                  <a:pt x="53340" y="218789"/>
                  <a:pt x="54483" y="223933"/>
                  <a:pt x="56531" y="228600"/>
                </a:cubicBezTo>
                <a:lnTo>
                  <a:pt x="15240" y="228600"/>
                </a:lnTo>
                <a:cubicBezTo>
                  <a:pt x="6810" y="228600"/>
                  <a:pt x="0" y="221790"/>
                  <a:pt x="0" y="213360"/>
                </a:cubicBezTo>
                <a:lnTo>
                  <a:pt x="0" y="198120"/>
                </a:lnTo>
                <a:close/>
                <a:moveTo>
                  <a:pt x="248269" y="228600"/>
                </a:moveTo>
                <a:cubicBezTo>
                  <a:pt x="250317" y="223933"/>
                  <a:pt x="251460" y="218789"/>
                  <a:pt x="251460" y="213360"/>
                </a:cubicBezTo>
                <a:lnTo>
                  <a:pt x="251460" y="205740"/>
                </a:lnTo>
                <a:cubicBezTo>
                  <a:pt x="251460" y="180404"/>
                  <a:pt x="241935" y="157258"/>
                  <a:pt x="226266" y="139732"/>
                </a:cubicBezTo>
                <a:cubicBezTo>
                  <a:pt x="231839" y="138065"/>
                  <a:pt x="237744" y="137160"/>
                  <a:pt x="243840" y="137160"/>
                </a:cubicBezTo>
                <a:cubicBezTo>
                  <a:pt x="277511" y="137160"/>
                  <a:pt x="304800" y="164449"/>
                  <a:pt x="304800" y="198120"/>
                </a:cubicBezTo>
                <a:lnTo>
                  <a:pt x="304800" y="213360"/>
                </a:lnTo>
                <a:cubicBezTo>
                  <a:pt x="304800" y="221790"/>
                  <a:pt x="297990" y="228600"/>
                  <a:pt x="289560" y="228600"/>
                </a:cubicBezTo>
                <a:lnTo>
                  <a:pt x="248269" y="228600"/>
                </a:lnTo>
                <a:close/>
                <a:moveTo>
                  <a:pt x="224790" y="76200"/>
                </a:moveTo>
                <a:cubicBezTo>
                  <a:pt x="224790" y="57275"/>
                  <a:pt x="240155" y="41910"/>
                  <a:pt x="259080" y="41910"/>
                </a:cubicBezTo>
                <a:cubicBezTo>
                  <a:pt x="278005" y="41910"/>
                  <a:pt x="293370" y="57275"/>
                  <a:pt x="293370" y="76200"/>
                </a:cubicBezTo>
                <a:cubicBezTo>
                  <a:pt x="293370" y="95125"/>
                  <a:pt x="278005" y="110490"/>
                  <a:pt x="259080" y="110490"/>
                </a:cubicBezTo>
                <a:cubicBezTo>
                  <a:pt x="240155" y="110490"/>
                  <a:pt x="224790" y="95125"/>
                  <a:pt x="224790" y="76200"/>
                </a:cubicBezTo>
                <a:close/>
                <a:moveTo>
                  <a:pt x="76200" y="205740"/>
                </a:moveTo>
                <a:cubicBezTo>
                  <a:pt x="76200" y="163640"/>
                  <a:pt x="110300" y="129540"/>
                  <a:pt x="152400" y="129540"/>
                </a:cubicBezTo>
                <a:cubicBezTo>
                  <a:pt x="194500" y="129540"/>
                  <a:pt x="228600" y="163640"/>
                  <a:pt x="228600" y="205740"/>
                </a:cubicBezTo>
                <a:lnTo>
                  <a:pt x="228600" y="213360"/>
                </a:lnTo>
                <a:cubicBezTo>
                  <a:pt x="228600" y="221790"/>
                  <a:pt x="221790" y="228600"/>
                  <a:pt x="213360" y="228600"/>
                </a:cubicBezTo>
                <a:lnTo>
                  <a:pt x="91440" y="228600"/>
                </a:lnTo>
                <a:cubicBezTo>
                  <a:pt x="83010" y="228600"/>
                  <a:pt x="76200" y="221790"/>
                  <a:pt x="76200" y="213360"/>
                </a:cubicBezTo>
                <a:lnTo>
                  <a:pt x="76200" y="2057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1437030" y="4445202"/>
            <a:ext cx="246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37030" y="4770322"/>
            <a:ext cx="2422144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 par humeur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1718" y="5241746"/>
            <a:ext cx="773785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 qui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recommande des chansons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trouvant les K morceaux les plus proches dans l'espace des caractéristiques selon l'humeur souhaitée.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91718" y="5912306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752397" y="6042354"/>
            <a:ext cx="146304" cy="195072"/>
          </a:xfrm>
          <a:custGeom>
            <a:avLst/>
            <a:gdLst/>
            <a:ahLst/>
            <a:cxnLst/>
            <a:rect l="l" t="t" r="r" b="b"/>
            <a:pathLst>
              <a:path w="146304" h="195072">
                <a:moveTo>
                  <a:pt x="0" y="71857"/>
                </a:moveTo>
                <a:cubicBezTo>
                  <a:pt x="0" y="32156"/>
                  <a:pt x="32766" y="0"/>
                  <a:pt x="73152" y="0"/>
                </a:cubicBezTo>
                <a:cubicBezTo>
                  <a:pt x="113538" y="0"/>
                  <a:pt x="146304" y="32156"/>
                  <a:pt x="146304" y="71857"/>
                </a:cubicBezTo>
                <a:cubicBezTo>
                  <a:pt x="146304" y="117310"/>
                  <a:pt x="100508" y="171793"/>
                  <a:pt x="81382" y="192557"/>
                </a:cubicBezTo>
                <a:cubicBezTo>
                  <a:pt x="76886" y="197434"/>
                  <a:pt x="69380" y="197434"/>
                  <a:pt x="64884" y="192557"/>
                </a:cubicBezTo>
                <a:cubicBezTo>
                  <a:pt x="45758" y="171793"/>
                  <a:pt x="-38" y="117310"/>
                  <a:pt x="-38" y="71857"/>
                </a:cubicBezTo>
                <a:close/>
                <a:moveTo>
                  <a:pt x="73152" y="97536"/>
                </a:moveTo>
                <a:cubicBezTo>
                  <a:pt x="86610" y="97536"/>
                  <a:pt x="97536" y="86610"/>
                  <a:pt x="97536" y="73152"/>
                </a:cubicBezTo>
                <a:cubicBezTo>
                  <a:pt x="97536" y="59694"/>
                  <a:pt x="86610" y="48768"/>
                  <a:pt x="73152" y="48768"/>
                </a:cubicBezTo>
                <a:cubicBezTo>
                  <a:pt x="59694" y="48768"/>
                  <a:pt x="48768" y="59694"/>
                  <a:pt x="48768" y="73152"/>
                </a:cubicBezTo>
                <a:cubicBezTo>
                  <a:pt x="48768" y="86610"/>
                  <a:pt x="59694" y="97536"/>
                  <a:pt x="73152" y="9753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693318" y="6302450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189529" y="5912306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325823" y="6042354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57379" y="15773"/>
                </a:moveTo>
                <a:cubicBezTo>
                  <a:pt x="52616" y="11011"/>
                  <a:pt x="44882" y="11011"/>
                  <a:pt x="40119" y="15773"/>
                </a:cubicBezTo>
                <a:lnTo>
                  <a:pt x="3543" y="52349"/>
                </a:lnTo>
                <a:cubicBezTo>
                  <a:pt x="-1219" y="57112"/>
                  <a:pt x="-1219" y="64846"/>
                  <a:pt x="3543" y="69609"/>
                </a:cubicBezTo>
                <a:cubicBezTo>
                  <a:pt x="8306" y="74371"/>
                  <a:pt x="16040" y="74371"/>
                  <a:pt x="20803" y="69609"/>
                </a:cubicBezTo>
                <a:lnTo>
                  <a:pt x="36576" y="53835"/>
                </a:lnTo>
                <a:lnTo>
                  <a:pt x="36576" y="170688"/>
                </a:lnTo>
                <a:cubicBezTo>
                  <a:pt x="36576" y="177432"/>
                  <a:pt x="42024" y="182880"/>
                  <a:pt x="48768" y="182880"/>
                </a:cubicBezTo>
                <a:cubicBezTo>
                  <a:pt x="55512" y="182880"/>
                  <a:pt x="60960" y="177432"/>
                  <a:pt x="60960" y="170688"/>
                </a:cubicBezTo>
                <a:lnTo>
                  <a:pt x="60960" y="53835"/>
                </a:lnTo>
                <a:lnTo>
                  <a:pt x="76733" y="69609"/>
                </a:lnTo>
                <a:cubicBezTo>
                  <a:pt x="81496" y="74371"/>
                  <a:pt x="89230" y="74371"/>
                  <a:pt x="93993" y="69609"/>
                </a:cubicBezTo>
                <a:cubicBezTo>
                  <a:pt x="98755" y="64846"/>
                  <a:pt x="98755" y="57112"/>
                  <a:pt x="93993" y="52349"/>
                </a:cubicBezTo>
                <a:lnTo>
                  <a:pt x="57417" y="15773"/>
                </a:lnTo>
                <a:close/>
                <a:moveTo>
                  <a:pt x="159525" y="14478"/>
                </a:moveTo>
                <a:cubicBezTo>
                  <a:pt x="156362" y="12192"/>
                  <a:pt x="152248" y="11544"/>
                  <a:pt x="148552" y="12802"/>
                </a:cubicBezTo>
                <a:lnTo>
                  <a:pt x="130264" y="18898"/>
                </a:lnTo>
                <a:cubicBezTo>
                  <a:pt x="123863" y="21031"/>
                  <a:pt x="120434" y="27927"/>
                  <a:pt x="122568" y="34328"/>
                </a:cubicBezTo>
                <a:cubicBezTo>
                  <a:pt x="124701" y="40729"/>
                  <a:pt x="131597" y="44158"/>
                  <a:pt x="137998" y="42024"/>
                </a:cubicBezTo>
                <a:lnTo>
                  <a:pt x="140246" y="41262"/>
                </a:lnTo>
                <a:lnTo>
                  <a:pt x="140246" y="60922"/>
                </a:lnTo>
                <a:lnTo>
                  <a:pt x="134150" y="60922"/>
                </a:lnTo>
                <a:cubicBezTo>
                  <a:pt x="127406" y="60922"/>
                  <a:pt x="121958" y="66370"/>
                  <a:pt x="121958" y="73114"/>
                </a:cubicBezTo>
                <a:cubicBezTo>
                  <a:pt x="121958" y="79858"/>
                  <a:pt x="127406" y="85306"/>
                  <a:pt x="134150" y="85306"/>
                </a:cubicBezTo>
                <a:lnTo>
                  <a:pt x="170726" y="85306"/>
                </a:lnTo>
                <a:cubicBezTo>
                  <a:pt x="177470" y="85306"/>
                  <a:pt x="182918" y="79858"/>
                  <a:pt x="182918" y="73114"/>
                </a:cubicBezTo>
                <a:cubicBezTo>
                  <a:pt x="182918" y="66370"/>
                  <a:pt x="177470" y="60922"/>
                  <a:pt x="170726" y="60922"/>
                </a:cubicBezTo>
                <a:lnTo>
                  <a:pt x="164630" y="60922"/>
                </a:lnTo>
                <a:lnTo>
                  <a:pt x="164630" y="24346"/>
                </a:lnTo>
                <a:cubicBezTo>
                  <a:pt x="164630" y="20422"/>
                  <a:pt x="162763" y="16764"/>
                  <a:pt x="159563" y="14440"/>
                </a:cubicBezTo>
                <a:close/>
                <a:moveTo>
                  <a:pt x="139103" y="164059"/>
                </a:moveTo>
                <a:cubicBezTo>
                  <a:pt x="135446" y="169697"/>
                  <a:pt x="137046" y="177241"/>
                  <a:pt x="142685" y="180937"/>
                </a:cubicBezTo>
                <a:cubicBezTo>
                  <a:pt x="148323" y="184633"/>
                  <a:pt x="155867" y="182994"/>
                  <a:pt x="159563" y="177356"/>
                </a:cubicBezTo>
                <a:lnTo>
                  <a:pt x="175603" y="152629"/>
                </a:lnTo>
                <a:cubicBezTo>
                  <a:pt x="180327" y="145313"/>
                  <a:pt x="182880" y="136779"/>
                  <a:pt x="182880" y="128054"/>
                </a:cubicBezTo>
                <a:cubicBezTo>
                  <a:pt x="182880" y="111214"/>
                  <a:pt x="169240" y="97574"/>
                  <a:pt x="152400" y="97574"/>
                </a:cubicBezTo>
                <a:cubicBezTo>
                  <a:pt x="135560" y="97574"/>
                  <a:pt x="121920" y="111214"/>
                  <a:pt x="121920" y="128054"/>
                </a:cubicBezTo>
                <a:cubicBezTo>
                  <a:pt x="121920" y="141808"/>
                  <a:pt x="131026" y="153467"/>
                  <a:pt x="143561" y="157239"/>
                </a:cubicBezTo>
                <a:lnTo>
                  <a:pt x="139103" y="164097"/>
                </a:lnTo>
                <a:close/>
                <a:moveTo>
                  <a:pt x="143256" y="128016"/>
                </a:moveTo>
                <a:cubicBezTo>
                  <a:pt x="143256" y="122969"/>
                  <a:pt x="147353" y="118872"/>
                  <a:pt x="152400" y="118872"/>
                </a:cubicBezTo>
                <a:cubicBezTo>
                  <a:pt x="157447" y="118872"/>
                  <a:pt x="161544" y="122969"/>
                  <a:pt x="161544" y="128016"/>
                </a:cubicBezTo>
                <a:cubicBezTo>
                  <a:pt x="161544" y="133063"/>
                  <a:pt x="157447" y="137160"/>
                  <a:pt x="152400" y="137160"/>
                </a:cubicBezTo>
                <a:cubicBezTo>
                  <a:pt x="147353" y="137160"/>
                  <a:pt x="143256" y="133063"/>
                  <a:pt x="143256" y="128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2" name="Text 29"/>
          <p:cNvSpPr/>
          <p:nvPr/>
        </p:nvSpPr>
        <p:spPr>
          <a:xfrm>
            <a:off x="3291129" y="6302450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voisins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787339" y="5912306"/>
            <a:ext cx="2470912" cy="682752"/>
          </a:xfrm>
          <a:custGeom>
            <a:avLst/>
            <a:gdLst/>
            <a:ahLst/>
            <a:cxnLst/>
            <a:rect l="l" t="t" r="r" b="b"/>
            <a:pathLst>
              <a:path w="2470912" h="682752">
                <a:moveTo>
                  <a:pt x="97538" y="0"/>
                </a:moveTo>
                <a:lnTo>
                  <a:pt x="2373374" y="0"/>
                </a:lnTo>
                <a:cubicBezTo>
                  <a:pt x="2427243" y="0"/>
                  <a:pt x="2470912" y="43669"/>
                  <a:pt x="2470912" y="97538"/>
                </a:cubicBezTo>
                <a:lnTo>
                  <a:pt x="2470912" y="585214"/>
                </a:lnTo>
                <a:cubicBezTo>
                  <a:pt x="2470912" y="639083"/>
                  <a:pt x="2427243" y="682752"/>
                  <a:pt x="2373374" y="682752"/>
                </a:cubicBezTo>
                <a:lnTo>
                  <a:pt x="97538" y="682752"/>
                </a:lnTo>
                <a:cubicBezTo>
                  <a:pt x="43669" y="682752"/>
                  <a:pt x="0" y="639083"/>
                  <a:pt x="0" y="585214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923634" y="6042354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97536" y="195072"/>
                </a:moveTo>
                <a:cubicBezTo>
                  <a:pt x="151368" y="195072"/>
                  <a:pt x="195072" y="151368"/>
                  <a:pt x="195072" y="97536"/>
                </a:cubicBezTo>
                <a:cubicBezTo>
                  <a:pt x="195072" y="43704"/>
                  <a:pt x="151368" y="0"/>
                  <a:pt x="97536" y="0"/>
                </a:cubicBezTo>
                <a:cubicBezTo>
                  <a:pt x="43704" y="0"/>
                  <a:pt x="0" y="43704"/>
                  <a:pt x="0" y="97536"/>
                </a:cubicBezTo>
                <a:cubicBezTo>
                  <a:pt x="0" y="151368"/>
                  <a:pt x="43704" y="195072"/>
                  <a:pt x="97536" y="195072"/>
                </a:cubicBezTo>
                <a:close/>
                <a:moveTo>
                  <a:pt x="63017" y="122644"/>
                </a:moveTo>
                <a:cubicBezTo>
                  <a:pt x="70790" y="133312"/>
                  <a:pt x="83363" y="140208"/>
                  <a:pt x="97536" y="140208"/>
                </a:cubicBezTo>
                <a:cubicBezTo>
                  <a:pt x="111709" y="140208"/>
                  <a:pt x="124282" y="133312"/>
                  <a:pt x="132055" y="122644"/>
                </a:cubicBezTo>
                <a:cubicBezTo>
                  <a:pt x="135026" y="118567"/>
                  <a:pt x="140741" y="117653"/>
                  <a:pt x="144818" y="120625"/>
                </a:cubicBezTo>
                <a:cubicBezTo>
                  <a:pt x="148895" y="123596"/>
                  <a:pt x="149809" y="129311"/>
                  <a:pt x="146837" y="133388"/>
                </a:cubicBezTo>
                <a:cubicBezTo>
                  <a:pt x="135750" y="148590"/>
                  <a:pt x="117805" y="158496"/>
                  <a:pt x="97536" y="158496"/>
                </a:cubicBezTo>
                <a:cubicBezTo>
                  <a:pt x="77267" y="158496"/>
                  <a:pt x="59322" y="148590"/>
                  <a:pt x="48235" y="133388"/>
                </a:cubicBezTo>
                <a:cubicBezTo>
                  <a:pt x="45263" y="129311"/>
                  <a:pt x="46177" y="123596"/>
                  <a:pt x="50254" y="120625"/>
                </a:cubicBezTo>
                <a:cubicBezTo>
                  <a:pt x="54331" y="117653"/>
                  <a:pt x="60046" y="118567"/>
                  <a:pt x="63017" y="122644"/>
                </a:cubicBezTo>
                <a:close/>
                <a:moveTo>
                  <a:pt x="54864" y="79248"/>
                </a:moveTo>
                <a:cubicBezTo>
                  <a:pt x="54864" y="72519"/>
                  <a:pt x="60327" y="67056"/>
                  <a:pt x="67056" y="67056"/>
                </a:cubicBezTo>
                <a:cubicBezTo>
                  <a:pt x="73785" y="67056"/>
                  <a:pt x="79248" y="72519"/>
                  <a:pt x="79248" y="79248"/>
                </a:cubicBezTo>
                <a:cubicBezTo>
                  <a:pt x="79248" y="85977"/>
                  <a:pt x="73785" y="91440"/>
                  <a:pt x="67056" y="91440"/>
                </a:cubicBezTo>
                <a:cubicBezTo>
                  <a:pt x="60327" y="91440"/>
                  <a:pt x="54864" y="85977"/>
                  <a:pt x="54864" y="79248"/>
                </a:cubicBezTo>
                <a:close/>
                <a:moveTo>
                  <a:pt x="128016" y="67056"/>
                </a:moveTo>
                <a:cubicBezTo>
                  <a:pt x="134745" y="67056"/>
                  <a:pt x="140208" y="72519"/>
                  <a:pt x="140208" y="79248"/>
                </a:cubicBezTo>
                <a:cubicBezTo>
                  <a:pt x="140208" y="85977"/>
                  <a:pt x="134745" y="91440"/>
                  <a:pt x="128016" y="91440"/>
                </a:cubicBezTo>
                <a:cubicBezTo>
                  <a:pt x="121287" y="91440"/>
                  <a:pt x="115824" y="85977"/>
                  <a:pt x="115824" y="79248"/>
                </a:cubicBezTo>
                <a:cubicBezTo>
                  <a:pt x="115824" y="72519"/>
                  <a:pt x="121287" y="67056"/>
                  <a:pt x="128016" y="6705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5" name="Text 32"/>
          <p:cNvSpPr/>
          <p:nvPr/>
        </p:nvSpPr>
        <p:spPr>
          <a:xfrm>
            <a:off x="5888939" y="6302450"/>
            <a:ext cx="226771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Humeur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785047" y="1541983"/>
            <a:ext cx="3078886" cy="4980838"/>
          </a:xfrm>
          <a:custGeom>
            <a:avLst/>
            <a:gdLst/>
            <a:ahLst/>
            <a:cxnLst/>
            <a:rect l="l" t="t" r="r" b="b"/>
            <a:pathLst>
              <a:path w="3078886" h="4980838">
                <a:moveTo>
                  <a:pt x="195078" y="0"/>
                </a:moveTo>
                <a:lnTo>
                  <a:pt x="2883808" y="0"/>
                </a:lnTo>
                <a:cubicBezTo>
                  <a:pt x="2991547" y="0"/>
                  <a:pt x="3078886" y="87340"/>
                  <a:pt x="3078886" y="195078"/>
                </a:cubicBezTo>
                <a:lnTo>
                  <a:pt x="3078886" y="4785760"/>
                </a:lnTo>
                <a:cubicBezTo>
                  <a:pt x="3078886" y="4893499"/>
                  <a:pt x="2991547" y="4980838"/>
                  <a:pt x="2883808" y="4980838"/>
                </a:cubicBezTo>
                <a:lnTo>
                  <a:pt x="195078" y="4980838"/>
                </a:lnTo>
                <a:cubicBezTo>
                  <a:pt x="87340" y="4980838"/>
                  <a:pt x="0" y="4893499"/>
                  <a:pt x="0" y="4785760"/>
                </a:cubicBezTo>
                <a:lnTo>
                  <a:pt x="0" y="195078"/>
                </a:lnTo>
                <a:cubicBezTo>
                  <a:pt x="0" y="87412"/>
                  <a:pt x="87412" y="0"/>
                  <a:pt x="19507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99627" y="1805333"/>
            <a:ext cx="264972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Processus de Recommandation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048395" y="2634182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195072" y="0"/>
                </a:moveTo>
                <a:lnTo>
                  <a:pt x="195072" y="0"/>
                </a:lnTo>
                <a:cubicBezTo>
                  <a:pt x="302735" y="0"/>
                  <a:pt x="390144" y="87409"/>
                  <a:pt x="390144" y="195072"/>
                </a:cubicBezTo>
                <a:lnTo>
                  <a:pt x="390144" y="195072"/>
                </a:lnTo>
                <a:cubicBezTo>
                  <a:pt x="390144" y="302735"/>
                  <a:pt x="302735" y="390144"/>
                  <a:pt x="195072" y="390144"/>
                </a:cubicBezTo>
                <a:lnTo>
                  <a:pt x="195072" y="390144"/>
                </a:lnTo>
                <a:cubicBezTo>
                  <a:pt x="87409" y="390144"/>
                  <a:pt x="0" y="302735"/>
                  <a:pt x="0" y="195072"/>
                </a:cubicBezTo>
                <a:lnTo>
                  <a:pt x="0" y="195072"/>
                </a:lnTo>
                <a:cubicBezTo>
                  <a:pt x="0" y="87409"/>
                  <a:pt x="87409" y="0"/>
                  <a:pt x="195072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9" name="Text 36"/>
          <p:cNvSpPr/>
          <p:nvPr/>
        </p:nvSpPr>
        <p:spPr>
          <a:xfrm>
            <a:off x="9222842" y="2731718"/>
            <a:ext cx="10566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1212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568587" y="2520390"/>
            <a:ext cx="2032000" cy="617728"/>
          </a:xfrm>
          <a:custGeom>
            <a:avLst/>
            <a:gdLst/>
            <a:ahLst/>
            <a:cxnLst/>
            <a:rect l="l" t="t" r="r" b="b"/>
            <a:pathLst>
              <a:path w="2032000" h="617728">
                <a:moveTo>
                  <a:pt x="97533" y="0"/>
                </a:moveTo>
                <a:lnTo>
                  <a:pt x="1934467" y="0"/>
                </a:lnTo>
                <a:cubicBezTo>
                  <a:pt x="1988333" y="0"/>
                  <a:pt x="2032000" y="43667"/>
                  <a:pt x="2032000" y="97533"/>
                </a:cubicBezTo>
                <a:lnTo>
                  <a:pt x="2032000" y="520195"/>
                </a:lnTo>
                <a:cubicBezTo>
                  <a:pt x="2032000" y="574061"/>
                  <a:pt x="1988333" y="617728"/>
                  <a:pt x="1934467" y="617728"/>
                </a:cubicBezTo>
                <a:lnTo>
                  <a:pt x="97533" y="617728"/>
                </a:lnTo>
                <a:cubicBezTo>
                  <a:pt x="43703" y="617728"/>
                  <a:pt x="0" y="574025"/>
                  <a:pt x="0" y="520195"/>
                </a:cubicBezTo>
                <a:lnTo>
                  <a:pt x="0" y="97533"/>
                </a:lnTo>
                <a:cubicBezTo>
                  <a:pt x="0" y="43703"/>
                  <a:pt x="43703" y="0"/>
                  <a:pt x="97533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698635" y="2650438"/>
            <a:ext cx="18369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698635" y="2845510"/>
            <a:ext cx="182880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Caractéristiques audio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265156" y="3268166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53785" y="159576"/>
                </a:moveTo>
                <a:cubicBezTo>
                  <a:pt x="57753" y="163544"/>
                  <a:pt x="64199" y="163544"/>
                  <a:pt x="68167" y="159576"/>
                </a:cubicBezTo>
                <a:lnTo>
                  <a:pt x="118967" y="108776"/>
                </a:lnTo>
                <a:cubicBezTo>
                  <a:pt x="122936" y="104807"/>
                  <a:pt x="122936" y="98362"/>
                  <a:pt x="118967" y="94393"/>
                </a:cubicBezTo>
                <a:cubicBezTo>
                  <a:pt x="114999" y="90424"/>
                  <a:pt x="108553" y="90424"/>
                  <a:pt x="104585" y="94393"/>
                </a:cubicBezTo>
                <a:lnTo>
                  <a:pt x="71120" y="127857"/>
                </a:lnTo>
                <a:lnTo>
                  <a:pt x="71120" y="10160"/>
                </a:lnTo>
                <a:cubicBezTo>
                  <a:pt x="71120" y="4540"/>
                  <a:pt x="66580" y="0"/>
                  <a:pt x="60960" y="0"/>
                </a:cubicBezTo>
                <a:cubicBezTo>
                  <a:pt x="55340" y="0"/>
                  <a:pt x="50800" y="4540"/>
                  <a:pt x="50800" y="10160"/>
                </a:cubicBezTo>
                <a:lnTo>
                  <a:pt x="50800" y="127857"/>
                </a:lnTo>
                <a:lnTo>
                  <a:pt x="17336" y="94393"/>
                </a:lnTo>
                <a:cubicBezTo>
                  <a:pt x="13367" y="90424"/>
                  <a:pt x="6922" y="90424"/>
                  <a:pt x="2953" y="94393"/>
                </a:cubicBezTo>
                <a:cubicBezTo>
                  <a:pt x="-1016" y="98362"/>
                  <a:pt x="-1016" y="104807"/>
                  <a:pt x="2953" y="108776"/>
                </a:cubicBezTo>
                <a:lnTo>
                  <a:pt x="53753" y="159576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44" name="Shape 41"/>
          <p:cNvSpPr/>
          <p:nvPr/>
        </p:nvSpPr>
        <p:spPr>
          <a:xfrm>
            <a:off x="9048395" y="3674566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195072" y="0"/>
                </a:moveTo>
                <a:lnTo>
                  <a:pt x="195072" y="0"/>
                </a:lnTo>
                <a:cubicBezTo>
                  <a:pt x="302735" y="0"/>
                  <a:pt x="390144" y="87409"/>
                  <a:pt x="390144" y="195072"/>
                </a:cubicBezTo>
                <a:lnTo>
                  <a:pt x="390144" y="195072"/>
                </a:lnTo>
                <a:cubicBezTo>
                  <a:pt x="390144" y="302735"/>
                  <a:pt x="302735" y="390144"/>
                  <a:pt x="195072" y="390144"/>
                </a:cubicBezTo>
                <a:lnTo>
                  <a:pt x="195072" y="390144"/>
                </a:lnTo>
                <a:cubicBezTo>
                  <a:pt x="87409" y="390144"/>
                  <a:pt x="0" y="302735"/>
                  <a:pt x="0" y="195072"/>
                </a:cubicBezTo>
                <a:lnTo>
                  <a:pt x="0" y="195072"/>
                </a:lnTo>
                <a:cubicBezTo>
                  <a:pt x="0" y="87409"/>
                  <a:pt x="87409" y="0"/>
                  <a:pt x="195072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5" name="Text 42"/>
          <p:cNvSpPr/>
          <p:nvPr/>
        </p:nvSpPr>
        <p:spPr>
          <a:xfrm>
            <a:off x="9210345" y="3772102"/>
            <a:ext cx="13004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568587" y="3560774"/>
            <a:ext cx="2032000" cy="617728"/>
          </a:xfrm>
          <a:custGeom>
            <a:avLst/>
            <a:gdLst/>
            <a:ahLst/>
            <a:cxnLst/>
            <a:rect l="l" t="t" r="r" b="b"/>
            <a:pathLst>
              <a:path w="2032000" h="617728">
                <a:moveTo>
                  <a:pt x="97533" y="0"/>
                </a:moveTo>
                <a:lnTo>
                  <a:pt x="1934467" y="0"/>
                </a:lnTo>
                <a:cubicBezTo>
                  <a:pt x="1988333" y="0"/>
                  <a:pt x="2032000" y="43667"/>
                  <a:pt x="2032000" y="97533"/>
                </a:cubicBezTo>
                <a:lnTo>
                  <a:pt x="2032000" y="520195"/>
                </a:lnTo>
                <a:cubicBezTo>
                  <a:pt x="2032000" y="574061"/>
                  <a:pt x="1988333" y="617728"/>
                  <a:pt x="1934467" y="617728"/>
                </a:cubicBezTo>
                <a:lnTo>
                  <a:pt x="97533" y="617728"/>
                </a:lnTo>
                <a:cubicBezTo>
                  <a:pt x="43703" y="617728"/>
                  <a:pt x="0" y="574025"/>
                  <a:pt x="0" y="520195"/>
                </a:cubicBezTo>
                <a:lnTo>
                  <a:pt x="0" y="97533"/>
                </a:lnTo>
                <a:cubicBezTo>
                  <a:pt x="0" y="43703"/>
                  <a:pt x="43703" y="0"/>
                  <a:pt x="97533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9698635" y="3690822"/>
            <a:ext cx="18369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Vectorisation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698635" y="3885894"/>
            <a:ext cx="182880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Espace multidimensionnel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265156" y="430855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53785" y="159576"/>
                </a:moveTo>
                <a:cubicBezTo>
                  <a:pt x="57753" y="163544"/>
                  <a:pt x="64199" y="163544"/>
                  <a:pt x="68167" y="159576"/>
                </a:cubicBezTo>
                <a:lnTo>
                  <a:pt x="118967" y="108776"/>
                </a:lnTo>
                <a:cubicBezTo>
                  <a:pt x="122936" y="104807"/>
                  <a:pt x="122936" y="98362"/>
                  <a:pt x="118967" y="94393"/>
                </a:cubicBezTo>
                <a:cubicBezTo>
                  <a:pt x="114999" y="90424"/>
                  <a:pt x="108553" y="90424"/>
                  <a:pt x="104585" y="94393"/>
                </a:cubicBezTo>
                <a:lnTo>
                  <a:pt x="71120" y="127857"/>
                </a:lnTo>
                <a:lnTo>
                  <a:pt x="71120" y="10160"/>
                </a:lnTo>
                <a:cubicBezTo>
                  <a:pt x="71120" y="4540"/>
                  <a:pt x="66580" y="0"/>
                  <a:pt x="60960" y="0"/>
                </a:cubicBezTo>
                <a:cubicBezTo>
                  <a:pt x="55340" y="0"/>
                  <a:pt x="50800" y="4540"/>
                  <a:pt x="50800" y="10160"/>
                </a:cubicBezTo>
                <a:lnTo>
                  <a:pt x="50800" y="127857"/>
                </a:lnTo>
                <a:lnTo>
                  <a:pt x="17336" y="94393"/>
                </a:lnTo>
                <a:cubicBezTo>
                  <a:pt x="13367" y="90424"/>
                  <a:pt x="6922" y="90424"/>
                  <a:pt x="2953" y="94393"/>
                </a:cubicBezTo>
                <a:cubicBezTo>
                  <a:pt x="-1016" y="98362"/>
                  <a:pt x="-1016" y="104807"/>
                  <a:pt x="2953" y="108776"/>
                </a:cubicBezTo>
                <a:lnTo>
                  <a:pt x="53753" y="159576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0" name="Shape 47"/>
          <p:cNvSpPr/>
          <p:nvPr/>
        </p:nvSpPr>
        <p:spPr>
          <a:xfrm>
            <a:off x="9048395" y="4714950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195072" y="0"/>
                </a:moveTo>
                <a:lnTo>
                  <a:pt x="195072" y="0"/>
                </a:lnTo>
                <a:cubicBezTo>
                  <a:pt x="302735" y="0"/>
                  <a:pt x="390144" y="87409"/>
                  <a:pt x="390144" y="195072"/>
                </a:cubicBezTo>
                <a:lnTo>
                  <a:pt x="390144" y="195072"/>
                </a:lnTo>
                <a:cubicBezTo>
                  <a:pt x="390144" y="302735"/>
                  <a:pt x="302735" y="390144"/>
                  <a:pt x="195072" y="390144"/>
                </a:cubicBezTo>
                <a:lnTo>
                  <a:pt x="195072" y="390144"/>
                </a:lnTo>
                <a:cubicBezTo>
                  <a:pt x="87409" y="390144"/>
                  <a:pt x="0" y="302735"/>
                  <a:pt x="0" y="195072"/>
                </a:cubicBezTo>
                <a:lnTo>
                  <a:pt x="0" y="195072"/>
                </a:lnTo>
                <a:cubicBezTo>
                  <a:pt x="0" y="87409"/>
                  <a:pt x="87409" y="0"/>
                  <a:pt x="195072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9208618" y="4812486"/>
            <a:ext cx="13817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568587" y="4601158"/>
            <a:ext cx="2032000" cy="617728"/>
          </a:xfrm>
          <a:custGeom>
            <a:avLst/>
            <a:gdLst/>
            <a:ahLst/>
            <a:cxnLst/>
            <a:rect l="l" t="t" r="r" b="b"/>
            <a:pathLst>
              <a:path w="2032000" h="617728">
                <a:moveTo>
                  <a:pt x="97533" y="0"/>
                </a:moveTo>
                <a:lnTo>
                  <a:pt x="1934467" y="0"/>
                </a:lnTo>
                <a:cubicBezTo>
                  <a:pt x="1988333" y="0"/>
                  <a:pt x="2032000" y="43667"/>
                  <a:pt x="2032000" y="97533"/>
                </a:cubicBezTo>
                <a:lnTo>
                  <a:pt x="2032000" y="520195"/>
                </a:lnTo>
                <a:cubicBezTo>
                  <a:pt x="2032000" y="574061"/>
                  <a:pt x="1988333" y="617728"/>
                  <a:pt x="1934467" y="617728"/>
                </a:cubicBezTo>
                <a:lnTo>
                  <a:pt x="97533" y="617728"/>
                </a:lnTo>
                <a:cubicBezTo>
                  <a:pt x="43703" y="617728"/>
                  <a:pt x="0" y="574025"/>
                  <a:pt x="0" y="520195"/>
                </a:cubicBezTo>
                <a:lnTo>
                  <a:pt x="0" y="97533"/>
                </a:lnTo>
                <a:cubicBezTo>
                  <a:pt x="0" y="43703"/>
                  <a:pt x="43703" y="0"/>
                  <a:pt x="97533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9698635" y="4731206"/>
            <a:ext cx="18369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698635" y="4926278"/>
            <a:ext cx="182880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Similarité / Distance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0265156" y="5348934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53785" y="159576"/>
                </a:moveTo>
                <a:cubicBezTo>
                  <a:pt x="57753" y="163544"/>
                  <a:pt x="64199" y="163544"/>
                  <a:pt x="68167" y="159576"/>
                </a:cubicBezTo>
                <a:lnTo>
                  <a:pt x="118967" y="108776"/>
                </a:lnTo>
                <a:cubicBezTo>
                  <a:pt x="122936" y="104807"/>
                  <a:pt x="122936" y="98362"/>
                  <a:pt x="118967" y="94393"/>
                </a:cubicBezTo>
                <a:cubicBezTo>
                  <a:pt x="114999" y="90424"/>
                  <a:pt x="108553" y="90424"/>
                  <a:pt x="104585" y="94393"/>
                </a:cubicBezTo>
                <a:lnTo>
                  <a:pt x="71120" y="127857"/>
                </a:lnTo>
                <a:lnTo>
                  <a:pt x="71120" y="10160"/>
                </a:lnTo>
                <a:cubicBezTo>
                  <a:pt x="71120" y="4540"/>
                  <a:pt x="66580" y="0"/>
                  <a:pt x="60960" y="0"/>
                </a:cubicBezTo>
                <a:cubicBezTo>
                  <a:pt x="55340" y="0"/>
                  <a:pt x="50800" y="4540"/>
                  <a:pt x="50800" y="10160"/>
                </a:cubicBezTo>
                <a:lnTo>
                  <a:pt x="50800" y="127857"/>
                </a:lnTo>
                <a:lnTo>
                  <a:pt x="17336" y="94393"/>
                </a:lnTo>
                <a:cubicBezTo>
                  <a:pt x="13367" y="90424"/>
                  <a:pt x="6922" y="90424"/>
                  <a:pt x="2953" y="94393"/>
                </a:cubicBezTo>
                <a:cubicBezTo>
                  <a:pt x="-1016" y="98362"/>
                  <a:pt x="-1016" y="104807"/>
                  <a:pt x="2953" y="108776"/>
                </a:cubicBezTo>
                <a:lnTo>
                  <a:pt x="53753" y="159576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048395" y="5755334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195072" y="0"/>
                </a:moveTo>
                <a:lnTo>
                  <a:pt x="195072" y="0"/>
                </a:lnTo>
                <a:cubicBezTo>
                  <a:pt x="302735" y="0"/>
                  <a:pt x="390144" y="87409"/>
                  <a:pt x="390144" y="195072"/>
                </a:cubicBezTo>
                <a:lnTo>
                  <a:pt x="390144" y="195072"/>
                </a:lnTo>
                <a:cubicBezTo>
                  <a:pt x="390144" y="302735"/>
                  <a:pt x="302735" y="390144"/>
                  <a:pt x="195072" y="390144"/>
                </a:cubicBezTo>
                <a:lnTo>
                  <a:pt x="195072" y="390144"/>
                </a:lnTo>
                <a:cubicBezTo>
                  <a:pt x="87409" y="390144"/>
                  <a:pt x="0" y="302735"/>
                  <a:pt x="0" y="195072"/>
                </a:cubicBezTo>
                <a:lnTo>
                  <a:pt x="0" y="195072"/>
                </a:lnTo>
                <a:cubicBezTo>
                  <a:pt x="0" y="87409"/>
                  <a:pt x="87409" y="0"/>
                  <a:pt x="195072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57" name="Text 54"/>
          <p:cNvSpPr/>
          <p:nvPr/>
        </p:nvSpPr>
        <p:spPr>
          <a:xfrm>
            <a:off x="9210345" y="5852870"/>
            <a:ext cx="13004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1212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9568587" y="5641542"/>
            <a:ext cx="2032000" cy="617728"/>
          </a:xfrm>
          <a:custGeom>
            <a:avLst/>
            <a:gdLst/>
            <a:ahLst/>
            <a:cxnLst/>
            <a:rect l="l" t="t" r="r" b="b"/>
            <a:pathLst>
              <a:path w="2032000" h="617728">
                <a:moveTo>
                  <a:pt x="97533" y="0"/>
                </a:moveTo>
                <a:lnTo>
                  <a:pt x="1934467" y="0"/>
                </a:lnTo>
                <a:cubicBezTo>
                  <a:pt x="1988333" y="0"/>
                  <a:pt x="2032000" y="43667"/>
                  <a:pt x="2032000" y="97533"/>
                </a:cubicBezTo>
                <a:lnTo>
                  <a:pt x="2032000" y="520195"/>
                </a:lnTo>
                <a:cubicBezTo>
                  <a:pt x="2032000" y="574061"/>
                  <a:pt x="1988333" y="617728"/>
                  <a:pt x="1934467" y="617728"/>
                </a:cubicBezTo>
                <a:lnTo>
                  <a:pt x="97533" y="617728"/>
                </a:lnTo>
                <a:cubicBezTo>
                  <a:pt x="43703" y="617728"/>
                  <a:pt x="0" y="574025"/>
                  <a:pt x="0" y="520195"/>
                </a:cubicBezTo>
                <a:lnTo>
                  <a:pt x="0" y="97533"/>
                </a:lnTo>
                <a:cubicBezTo>
                  <a:pt x="0" y="43703"/>
                  <a:pt x="43703" y="0"/>
                  <a:pt x="97533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9698635" y="5771590"/>
            <a:ext cx="18369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698635" y="5966662"/>
            <a:ext cx="182880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N chansons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de l'Application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modules pour une expérience complète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13510"/>
            <a:ext cx="2160270" cy="4055745"/>
          </a:xfrm>
          <a:custGeom>
            <a:avLst/>
            <a:gdLst/>
            <a:ahLst/>
            <a:cxnLst/>
            <a:rect l="l" t="t" r="r" b="b"/>
            <a:pathLst>
              <a:path w="2160270" h="4055745">
                <a:moveTo>
                  <a:pt x="228600" y="0"/>
                </a:moveTo>
                <a:lnTo>
                  <a:pt x="1931670" y="0"/>
                </a:lnTo>
                <a:cubicBezTo>
                  <a:pt x="2057922" y="0"/>
                  <a:pt x="2160270" y="102348"/>
                  <a:pt x="2160270" y="228600"/>
                </a:cubicBezTo>
                <a:lnTo>
                  <a:pt x="2160270" y="3827145"/>
                </a:lnTo>
                <a:cubicBezTo>
                  <a:pt x="2160270" y="3953397"/>
                  <a:pt x="2057922" y="4055745"/>
                  <a:pt x="1931670" y="4055745"/>
                </a:cubicBezTo>
                <a:lnTo>
                  <a:pt x="228600" y="4055745"/>
                </a:lnTo>
                <a:cubicBezTo>
                  <a:pt x="102348" y="4055745"/>
                  <a:pt x="0" y="3953397"/>
                  <a:pt x="0" y="3827145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30000"/>
                </a:srgbClr>
              </a:gs>
              <a:gs pos="100000">
                <a:srgbClr val="1DB954">
                  <a:alpha val="10000"/>
                </a:srgbClr>
              </a:gs>
            </a:gsLst>
            <a:lin ang="5400000" scaled="1"/>
          </a:gradFill>
          <a:ln w="1016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824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569595" y="23698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3369948"/>
            <a:ext cx="1771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Vue d'ensemble avec statistiques générales et tendances du dataset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4850249"/>
            <a:ext cx="1695450" cy="7620"/>
          </a:xfrm>
          <a:custGeom>
            <a:avLst/>
            <a:gdLst/>
            <a:ahLst/>
            <a:cxnLst/>
            <a:rect l="l" t="t" r="r" b="b"/>
            <a:pathLst>
              <a:path w="1695450" h="7620">
                <a:moveTo>
                  <a:pt x="0" y="0"/>
                </a:moveTo>
                <a:lnTo>
                  <a:pt x="1695450" y="0"/>
                </a:lnTo>
                <a:lnTo>
                  <a:pt x="1695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4515" y="5006462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190499"/>
                </a:lnTo>
                <a:cubicBezTo>
                  <a:pt x="390525" y="211542"/>
                  <a:pt x="373467" y="228600"/>
                  <a:pt x="352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4515" y="5006462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55050" y="5006462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55050" y="5006462"/>
            <a:ext cx="742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Tendances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01290" y="1413510"/>
            <a:ext cx="2160270" cy="4055745"/>
          </a:xfrm>
          <a:custGeom>
            <a:avLst/>
            <a:gdLst/>
            <a:ahLst/>
            <a:cxnLst/>
            <a:rect l="l" t="t" r="r" b="b"/>
            <a:pathLst>
              <a:path w="2160270" h="4055745">
                <a:moveTo>
                  <a:pt x="228600" y="0"/>
                </a:moveTo>
                <a:lnTo>
                  <a:pt x="1931670" y="0"/>
                </a:lnTo>
                <a:cubicBezTo>
                  <a:pt x="2057922" y="0"/>
                  <a:pt x="2160270" y="102348"/>
                  <a:pt x="2160270" y="228600"/>
                </a:cubicBezTo>
                <a:lnTo>
                  <a:pt x="2160270" y="3827145"/>
                </a:lnTo>
                <a:cubicBezTo>
                  <a:pt x="2160270" y="3953397"/>
                  <a:pt x="2057922" y="4055745"/>
                  <a:pt x="1931670" y="4055745"/>
                </a:cubicBezTo>
                <a:lnTo>
                  <a:pt x="228600" y="4055745"/>
                </a:lnTo>
                <a:cubicBezTo>
                  <a:pt x="102348" y="4055745"/>
                  <a:pt x="0" y="3953397"/>
                  <a:pt x="0" y="3827145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30000"/>
                </a:srgbClr>
              </a:gs>
              <a:gs pos="100000">
                <a:srgbClr val="FF6B35">
                  <a:alpha val="10000"/>
                </a:srgbClr>
              </a:gs>
            </a:gsLst>
            <a:lin ang="5400000" scaled="1"/>
          </a:gradFill>
          <a:ln w="1016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522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886075" y="23698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95600" y="3369948"/>
            <a:ext cx="1771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 avancée par chanson, artiste ou genre avec filtres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33700" y="4850249"/>
            <a:ext cx="1695450" cy="7620"/>
          </a:xfrm>
          <a:custGeom>
            <a:avLst/>
            <a:gdLst/>
            <a:ahLst/>
            <a:cxnLst/>
            <a:rect l="l" t="t" r="r" b="b"/>
            <a:pathLst>
              <a:path w="1695450" h="7620">
                <a:moveTo>
                  <a:pt x="0" y="0"/>
                </a:moveTo>
                <a:lnTo>
                  <a:pt x="1695450" y="0"/>
                </a:lnTo>
                <a:lnTo>
                  <a:pt x="1695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19093" y="5006462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19093" y="5006462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41777" y="5006462"/>
            <a:ext cx="600075" cy="228600"/>
          </a:xfrm>
          <a:custGeom>
            <a:avLst/>
            <a:gdLst/>
            <a:ahLst/>
            <a:cxnLst/>
            <a:rect l="l" t="t" r="r" b="b"/>
            <a:pathLst>
              <a:path w="600075" h="2286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190499"/>
                </a:lnTo>
                <a:cubicBezTo>
                  <a:pt x="600075" y="211542"/>
                  <a:pt x="583017" y="228600"/>
                  <a:pt x="561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41777" y="5006462"/>
            <a:ext cx="657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17770" y="1413510"/>
            <a:ext cx="2160270" cy="4055745"/>
          </a:xfrm>
          <a:custGeom>
            <a:avLst/>
            <a:gdLst/>
            <a:ahLst/>
            <a:cxnLst/>
            <a:rect l="l" t="t" r="r" b="b"/>
            <a:pathLst>
              <a:path w="2160270" h="4055745">
                <a:moveTo>
                  <a:pt x="228600" y="0"/>
                </a:moveTo>
                <a:lnTo>
                  <a:pt x="1931670" y="0"/>
                </a:lnTo>
                <a:cubicBezTo>
                  <a:pt x="2057922" y="0"/>
                  <a:pt x="2160270" y="102348"/>
                  <a:pt x="2160270" y="228600"/>
                </a:cubicBezTo>
                <a:lnTo>
                  <a:pt x="2160270" y="3827145"/>
                </a:lnTo>
                <a:cubicBezTo>
                  <a:pt x="2160270" y="3953397"/>
                  <a:pt x="2057922" y="4055745"/>
                  <a:pt x="1931670" y="4055745"/>
                </a:cubicBezTo>
                <a:lnTo>
                  <a:pt x="228600" y="4055745"/>
                </a:lnTo>
                <a:cubicBezTo>
                  <a:pt x="102348" y="4055745"/>
                  <a:pt x="0" y="3953397"/>
                  <a:pt x="0" y="3827145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5000"/>
                </a:srgbClr>
              </a:gs>
            </a:gsLst>
            <a:lin ang="5400000" scaled="1"/>
          </a:gra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120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67413" y="183642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202555" y="23698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3369948"/>
            <a:ext cx="1771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Visualisations interactives et analyses approfondies des données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50180" y="4850249"/>
            <a:ext cx="1695450" cy="7620"/>
          </a:xfrm>
          <a:custGeom>
            <a:avLst/>
            <a:gdLst/>
            <a:ahLst/>
            <a:cxnLst/>
            <a:rect l="l" t="t" r="r" b="b"/>
            <a:pathLst>
              <a:path w="1695450" h="7620">
                <a:moveTo>
                  <a:pt x="0" y="0"/>
                </a:moveTo>
                <a:lnTo>
                  <a:pt x="1695450" y="0"/>
                </a:lnTo>
                <a:lnTo>
                  <a:pt x="1695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434370" y="5006462"/>
            <a:ext cx="714375" cy="228600"/>
          </a:xfrm>
          <a:custGeom>
            <a:avLst/>
            <a:gdLst/>
            <a:ahLst/>
            <a:cxnLst/>
            <a:rect l="l" t="t" r="r" b="b"/>
            <a:pathLst>
              <a:path w="714375" h="2286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190499"/>
                </a:lnTo>
                <a:cubicBezTo>
                  <a:pt x="714375" y="211542"/>
                  <a:pt x="697317" y="228600"/>
                  <a:pt x="676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34370" y="5006462"/>
            <a:ext cx="771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28755" y="5006462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28755" y="5006462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4250" y="1413510"/>
            <a:ext cx="2160270" cy="4055745"/>
          </a:xfrm>
          <a:custGeom>
            <a:avLst/>
            <a:gdLst/>
            <a:ahLst/>
            <a:cxnLst/>
            <a:rect l="l" t="t" r="r" b="b"/>
            <a:pathLst>
              <a:path w="2160270" h="4055745">
                <a:moveTo>
                  <a:pt x="228600" y="0"/>
                </a:moveTo>
                <a:lnTo>
                  <a:pt x="1931670" y="0"/>
                </a:lnTo>
                <a:cubicBezTo>
                  <a:pt x="2057922" y="0"/>
                  <a:pt x="2160270" y="102348"/>
                  <a:pt x="2160270" y="228600"/>
                </a:cubicBezTo>
                <a:lnTo>
                  <a:pt x="2160270" y="3827145"/>
                </a:lnTo>
                <a:cubicBezTo>
                  <a:pt x="2160270" y="3953397"/>
                  <a:pt x="2057922" y="4055745"/>
                  <a:pt x="1931670" y="4055745"/>
                </a:cubicBezTo>
                <a:lnTo>
                  <a:pt x="228600" y="4055745"/>
                </a:lnTo>
                <a:cubicBezTo>
                  <a:pt x="102348" y="4055745"/>
                  <a:pt x="0" y="3953397"/>
                  <a:pt x="0" y="3827145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30000"/>
                </a:srgbClr>
              </a:gs>
              <a:gs pos="100000">
                <a:srgbClr val="1DB954">
                  <a:alpha val="10000"/>
                </a:srgbClr>
              </a:gs>
            </a:gsLst>
            <a:lin ang="5400000" scaled="1"/>
          </a:gradFill>
          <a:ln w="1016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768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7" name="Shape 35"/>
          <p:cNvSpPr/>
          <p:nvPr/>
        </p:nvSpPr>
        <p:spPr>
          <a:xfrm>
            <a:off x="829818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8" name="Text 36"/>
          <p:cNvSpPr/>
          <p:nvPr/>
        </p:nvSpPr>
        <p:spPr>
          <a:xfrm>
            <a:off x="7519035" y="23698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28560" y="3369948"/>
            <a:ext cx="1771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par chanson similaire ou par humeur sélectionnée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66660" y="4850249"/>
            <a:ext cx="1695450" cy="7620"/>
          </a:xfrm>
          <a:custGeom>
            <a:avLst/>
            <a:gdLst/>
            <a:ahLst/>
            <a:cxnLst/>
            <a:rect l="l" t="t" r="r" b="b"/>
            <a:pathLst>
              <a:path w="1695450" h="7620">
                <a:moveTo>
                  <a:pt x="0" y="0"/>
                </a:moveTo>
                <a:lnTo>
                  <a:pt x="1695450" y="0"/>
                </a:lnTo>
                <a:lnTo>
                  <a:pt x="1695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944564" y="5006462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944564" y="5006462"/>
            <a:ext cx="361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5088" y="5006462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DB954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25088" y="5006462"/>
            <a:ext cx="609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Humeur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50730" y="1413510"/>
            <a:ext cx="2160270" cy="4055745"/>
          </a:xfrm>
          <a:custGeom>
            <a:avLst/>
            <a:gdLst/>
            <a:ahLst/>
            <a:cxnLst/>
            <a:rect l="l" t="t" r="r" b="b"/>
            <a:pathLst>
              <a:path w="2160270" h="4055745">
                <a:moveTo>
                  <a:pt x="228600" y="0"/>
                </a:moveTo>
                <a:lnTo>
                  <a:pt x="1931670" y="0"/>
                </a:lnTo>
                <a:cubicBezTo>
                  <a:pt x="2057922" y="0"/>
                  <a:pt x="2160270" y="102348"/>
                  <a:pt x="2160270" y="228600"/>
                </a:cubicBezTo>
                <a:lnTo>
                  <a:pt x="2160270" y="3827145"/>
                </a:lnTo>
                <a:cubicBezTo>
                  <a:pt x="2160270" y="3953397"/>
                  <a:pt x="2057922" y="4055745"/>
                  <a:pt x="1931670" y="4055745"/>
                </a:cubicBezTo>
                <a:lnTo>
                  <a:pt x="228600" y="4055745"/>
                </a:lnTo>
                <a:cubicBezTo>
                  <a:pt x="102348" y="4055745"/>
                  <a:pt x="0" y="3953397"/>
                  <a:pt x="0" y="3827145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30000"/>
                </a:srgbClr>
              </a:gs>
              <a:gs pos="100000">
                <a:srgbClr val="FF6B35">
                  <a:alpha val="10000"/>
                </a:srgbClr>
              </a:gs>
            </a:gsLst>
            <a:lin ang="5400000" scaled="1"/>
          </a:gradFill>
          <a:ln w="1016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24160" y="16459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1466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9835515" y="23698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Playlist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845040" y="3369948"/>
            <a:ext cx="1771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et gestion de playlists personnalisées avec export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883140" y="4850249"/>
            <a:ext cx="1695450" cy="7620"/>
          </a:xfrm>
          <a:custGeom>
            <a:avLst/>
            <a:gdLst/>
            <a:ahLst/>
            <a:cxnLst/>
            <a:rect l="l" t="t" r="r" b="b"/>
            <a:pathLst>
              <a:path w="1695450" h="7620">
                <a:moveTo>
                  <a:pt x="0" y="0"/>
                </a:moveTo>
                <a:lnTo>
                  <a:pt x="1695450" y="0"/>
                </a:lnTo>
                <a:lnTo>
                  <a:pt x="1695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263544" y="5006462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190499"/>
                </a:lnTo>
                <a:cubicBezTo>
                  <a:pt x="428625" y="211542"/>
                  <a:pt x="411567" y="228600"/>
                  <a:pt x="390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263544" y="5006462"/>
            <a:ext cx="485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65274" y="5006462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190499"/>
                </a:lnTo>
                <a:cubicBezTo>
                  <a:pt x="428625" y="211542"/>
                  <a:pt x="411567" y="228600"/>
                  <a:pt x="390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35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765274" y="5006462"/>
            <a:ext cx="485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Gérer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4810" y="5703569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52400" y="0"/>
                </a:moveTo>
                <a:lnTo>
                  <a:pt x="11266170" y="0"/>
                </a:lnTo>
                <a:cubicBezTo>
                  <a:pt x="11350338" y="0"/>
                  <a:pt x="11418570" y="68232"/>
                  <a:pt x="11418570" y="152400"/>
                </a:cubicBezTo>
                <a:lnTo>
                  <a:pt x="11418570" y="617220"/>
                </a:lnTo>
                <a:cubicBezTo>
                  <a:pt x="11418570" y="701388"/>
                  <a:pt x="11350338" y="769620"/>
                  <a:pt x="11266170" y="769620"/>
                </a:cubicBezTo>
                <a:lnTo>
                  <a:pt x="152400" y="769620"/>
                </a:lnTo>
                <a:cubicBezTo>
                  <a:pt x="68232" y="769620"/>
                  <a:pt x="0" y="701388"/>
                  <a:pt x="0" y="6172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FF6B35">
                  <a:alpha val="20000"/>
                </a:srgbClr>
              </a:gs>
            </a:gsLst>
            <a:lin ang="0" scaled="1"/>
          </a:gra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69688" y="5974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57" name="Text 55"/>
          <p:cNvSpPr/>
          <p:nvPr/>
        </p:nvSpPr>
        <p:spPr>
          <a:xfrm>
            <a:off x="2641163" y="5955032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Modulaire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01791" y="5935982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311378" y="597408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0" name="Text 58"/>
          <p:cNvSpPr/>
          <p:nvPr/>
        </p:nvSpPr>
        <p:spPr>
          <a:xfrm>
            <a:off x="5668566" y="5955032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Intuitive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52849" y="5935982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9574" y="597408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63" name="Text 61"/>
          <p:cNvSpPr/>
          <p:nvPr/>
        </p:nvSpPr>
        <p:spPr>
          <a:xfrm>
            <a:off x="8419624" y="5955032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Expérience Continue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374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Fonctionnalités Clés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762000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outils puissants pour une expérience musicale enrichie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177925"/>
            <a:ext cx="5673725" cy="2792413"/>
          </a:xfrm>
          <a:custGeom>
            <a:avLst/>
            <a:gdLst/>
            <a:ahLst/>
            <a:cxnLst/>
            <a:rect l="l" t="t" r="r" b="b"/>
            <a:pathLst>
              <a:path w="5673725" h="2792413">
                <a:moveTo>
                  <a:pt x="190498" y="0"/>
                </a:moveTo>
                <a:lnTo>
                  <a:pt x="5483227" y="0"/>
                </a:lnTo>
                <a:cubicBezTo>
                  <a:pt x="5588436" y="0"/>
                  <a:pt x="5673725" y="85289"/>
                  <a:pt x="5673725" y="190498"/>
                </a:cubicBezTo>
                <a:lnTo>
                  <a:pt x="5673725" y="2601914"/>
                </a:lnTo>
                <a:cubicBezTo>
                  <a:pt x="5673725" y="2707123"/>
                  <a:pt x="5588436" y="2792413"/>
                  <a:pt x="5483227" y="2792413"/>
                </a:cubicBezTo>
                <a:lnTo>
                  <a:pt x="190498" y="2792413"/>
                </a:lnTo>
                <a:cubicBezTo>
                  <a:pt x="85289" y="2792413"/>
                  <a:pt x="0" y="2707123"/>
                  <a:pt x="0" y="2601914"/>
                </a:cubicBezTo>
                <a:lnTo>
                  <a:pt x="0" y="190498"/>
                </a:lnTo>
                <a:cubicBezTo>
                  <a:pt x="0" y="85359"/>
                  <a:pt x="85359" y="0"/>
                  <a:pt x="1904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43510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27003" y="0"/>
                </a:moveTo>
                <a:lnTo>
                  <a:pt x="634997" y="0"/>
                </a:lnTo>
                <a:cubicBezTo>
                  <a:pt x="705092" y="0"/>
                  <a:pt x="762000" y="56908"/>
                  <a:pt x="762000" y="127003"/>
                </a:cubicBezTo>
                <a:lnTo>
                  <a:pt x="762000" y="634997"/>
                </a:lnTo>
                <a:cubicBezTo>
                  <a:pt x="762000" y="705092"/>
                  <a:pt x="705092" y="762000"/>
                  <a:pt x="634997" y="762000"/>
                </a:cubicBezTo>
                <a:lnTo>
                  <a:pt x="127003" y="762000"/>
                </a:lnTo>
                <a:cubicBezTo>
                  <a:pt x="56908" y="762000"/>
                  <a:pt x="0" y="705092"/>
                  <a:pt x="0" y="6349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815975" y="16732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530350" y="1546227"/>
            <a:ext cx="163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Lecteur Audio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0350" y="1863727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 / MP3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" y="2387602"/>
            <a:ext cx="523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 de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lecteurs audio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permettant d'écouter directement les chansons recommandées via YouTube ou fichiers MP3.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" y="3042446"/>
            <a:ext cx="2532063" cy="666750"/>
          </a:xfrm>
          <a:custGeom>
            <a:avLst/>
            <a:gdLst/>
            <a:ahLst/>
            <a:cxnLst/>
            <a:rect l="l" t="t" r="r" b="b"/>
            <a:pathLst>
              <a:path w="2532063" h="666750">
                <a:moveTo>
                  <a:pt x="95252" y="0"/>
                </a:moveTo>
                <a:lnTo>
                  <a:pt x="2436811" y="0"/>
                </a:lnTo>
                <a:cubicBezTo>
                  <a:pt x="2489417" y="0"/>
                  <a:pt x="2532063" y="42646"/>
                  <a:pt x="2532063" y="95252"/>
                </a:cubicBezTo>
                <a:lnTo>
                  <a:pt x="2532063" y="571498"/>
                </a:lnTo>
                <a:cubicBezTo>
                  <a:pt x="2532063" y="624104"/>
                  <a:pt x="2489417" y="666750"/>
                  <a:pt x="2436811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37519" y="316944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4527" y="46174"/>
                </a:moveTo>
                <a:cubicBezTo>
                  <a:pt x="202220" y="37356"/>
                  <a:pt x="195300" y="30435"/>
                  <a:pt x="186556" y="28091"/>
                </a:cubicBezTo>
                <a:cubicBezTo>
                  <a:pt x="170743" y="23812"/>
                  <a:pt x="107193" y="23812"/>
                  <a:pt x="107193" y="23812"/>
                </a:cubicBezTo>
                <a:cubicBezTo>
                  <a:pt x="107193" y="23812"/>
                  <a:pt x="43644" y="23812"/>
                  <a:pt x="27794" y="28091"/>
                </a:cubicBezTo>
                <a:cubicBezTo>
                  <a:pt x="19050" y="30435"/>
                  <a:pt x="12167" y="37356"/>
                  <a:pt x="9823" y="46174"/>
                </a:cubicBezTo>
                <a:cubicBezTo>
                  <a:pt x="5581" y="62136"/>
                  <a:pt x="5581" y="95399"/>
                  <a:pt x="5581" y="95399"/>
                </a:cubicBezTo>
                <a:cubicBezTo>
                  <a:pt x="5581" y="95399"/>
                  <a:pt x="5581" y="128662"/>
                  <a:pt x="9823" y="144624"/>
                </a:cubicBezTo>
                <a:cubicBezTo>
                  <a:pt x="12167" y="153405"/>
                  <a:pt x="19050" y="160065"/>
                  <a:pt x="27794" y="162409"/>
                </a:cubicBezTo>
                <a:cubicBezTo>
                  <a:pt x="43644" y="166688"/>
                  <a:pt x="107193" y="166688"/>
                  <a:pt x="107193" y="166688"/>
                </a:cubicBezTo>
                <a:cubicBezTo>
                  <a:pt x="107193" y="166688"/>
                  <a:pt x="170743" y="166688"/>
                  <a:pt x="186593" y="162409"/>
                </a:cubicBezTo>
                <a:cubicBezTo>
                  <a:pt x="195337" y="160065"/>
                  <a:pt x="202220" y="153405"/>
                  <a:pt x="204564" y="144624"/>
                </a:cubicBezTo>
                <a:cubicBezTo>
                  <a:pt x="208806" y="128662"/>
                  <a:pt x="208806" y="95399"/>
                  <a:pt x="208806" y="95399"/>
                </a:cubicBezTo>
                <a:cubicBezTo>
                  <a:pt x="208806" y="95399"/>
                  <a:pt x="208806" y="62136"/>
                  <a:pt x="204564" y="46174"/>
                </a:cubicBezTo>
                <a:close/>
                <a:moveTo>
                  <a:pt x="86395" y="125611"/>
                </a:moveTo>
                <a:lnTo>
                  <a:pt x="86395" y="65187"/>
                </a:lnTo>
                <a:lnTo>
                  <a:pt x="139489" y="95399"/>
                </a:lnTo>
                <a:lnTo>
                  <a:pt x="86395" y="125611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77069" y="3423446"/>
            <a:ext cx="233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6750" y="3042446"/>
            <a:ext cx="2532063" cy="666750"/>
          </a:xfrm>
          <a:custGeom>
            <a:avLst/>
            <a:gdLst/>
            <a:ahLst/>
            <a:cxnLst/>
            <a:rect l="l" t="t" r="r" b="b"/>
            <a:pathLst>
              <a:path w="2532063" h="666750">
                <a:moveTo>
                  <a:pt x="95252" y="0"/>
                </a:moveTo>
                <a:lnTo>
                  <a:pt x="2436811" y="0"/>
                </a:lnTo>
                <a:cubicBezTo>
                  <a:pt x="2489417" y="0"/>
                  <a:pt x="2532063" y="42646"/>
                  <a:pt x="2532063" y="95252"/>
                </a:cubicBezTo>
                <a:lnTo>
                  <a:pt x="2532063" y="571498"/>
                </a:lnTo>
                <a:cubicBezTo>
                  <a:pt x="2532063" y="624104"/>
                  <a:pt x="2489417" y="666750"/>
                  <a:pt x="2436811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02138" y="316944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97408" y="90674"/>
                </a:moveTo>
                <a:cubicBezTo>
                  <a:pt x="94022" y="88329"/>
                  <a:pt x="89408" y="89148"/>
                  <a:pt x="87064" y="92534"/>
                </a:cubicBezTo>
                <a:cubicBezTo>
                  <a:pt x="84720" y="95920"/>
                  <a:pt x="85539" y="100533"/>
                  <a:pt x="88925" y="102877"/>
                </a:cubicBezTo>
                <a:cubicBezTo>
                  <a:pt x="97817" y="109091"/>
                  <a:pt x="103584" y="119360"/>
                  <a:pt x="103584" y="130969"/>
                </a:cubicBezTo>
                <a:cubicBezTo>
                  <a:pt x="103584" y="142577"/>
                  <a:pt x="97780" y="152884"/>
                  <a:pt x="88925" y="159060"/>
                </a:cubicBezTo>
                <a:cubicBezTo>
                  <a:pt x="85539" y="161404"/>
                  <a:pt x="84720" y="166055"/>
                  <a:pt x="87064" y="169404"/>
                </a:cubicBezTo>
                <a:cubicBezTo>
                  <a:pt x="89408" y="172752"/>
                  <a:pt x="94059" y="173608"/>
                  <a:pt x="97408" y="171264"/>
                </a:cubicBezTo>
                <a:cubicBezTo>
                  <a:pt x="110096" y="162409"/>
                  <a:pt x="118467" y="147638"/>
                  <a:pt x="118467" y="130969"/>
                </a:cubicBezTo>
                <a:cubicBezTo>
                  <a:pt x="118467" y="114300"/>
                  <a:pt x="110133" y="99529"/>
                  <a:pt x="97408" y="90674"/>
                </a:cubicBezTo>
                <a:close/>
                <a:moveTo>
                  <a:pt x="29766" y="116086"/>
                </a:moveTo>
                <a:cubicBezTo>
                  <a:pt x="26491" y="116086"/>
                  <a:pt x="23812" y="118765"/>
                  <a:pt x="23812" y="122039"/>
                </a:cubicBezTo>
                <a:lnTo>
                  <a:pt x="23812" y="139898"/>
                </a:lnTo>
                <a:cubicBezTo>
                  <a:pt x="23812" y="143173"/>
                  <a:pt x="26491" y="145852"/>
                  <a:pt x="29766" y="145852"/>
                </a:cubicBezTo>
                <a:lnTo>
                  <a:pt x="38695" y="145852"/>
                </a:lnTo>
                <a:lnTo>
                  <a:pt x="48816" y="158502"/>
                </a:lnTo>
                <a:cubicBezTo>
                  <a:pt x="49932" y="159916"/>
                  <a:pt x="51643" y="160734"/>
                  <a:pt x="53467" y="160734"/>
                </a:cubicBezTo>
                <a:lnTo>
                  <a:pt x="53578" y="160734"/>
                </a:lnTo>
                <a:cubicBezTo>
                  <a:pt x="56852" y="160734"/>
                  <a:pt x="59531" y="158055"/>
                  <a:pt x="59531" y="154781"/>
                </a:cubicBezTo>
                <a:lnTo>
                  <a:pt x="59531" y="107156"/>
                </a:lnTo>
                <a:cubicBezTo>
                  <a:pt x="59531" y="103882"/>
                  <a:pt x="56852" y="101203"/>
                  <a:pt x="53578" y="101203"/>
                </a:cubicBezTo>
                <a:lnTo>
                  <a:pt x="53467" y="101203"/>
                </a:lnTo>
                <a:cubicBezTo>
                  <a:pt x="51643" y="101203"/>
                  <a:pt x="49932" y="102022"/>
                  <a:pt x="48816" y="103436"/>
                </a:cubicBezTo>
                <a:lnTo>
                  <a:pt x="38695" y="116086"/>
                </a:lnTo>
                <a:lnTo>
                  <a:pt x="29766" y="116086"/>
                </a:lnTo>
                <a:close/>
                <a:moveTo>
                  <a:pt x="77391" y="142949"/>
                </a:moveTo>
                <a:cubicBezTo>
                  <a:pt x="77391" y="146931"/>
                  <a:pt x="81297" y="149721"/>
                  <a:pt x="84423" y="147265"/>
                </a:cubicBezTo>
                <a:cubicBezTo>
                  <a:pt x="89222" y="143433"/>
                  <a:pt x="92273" y="137554"/>
                  <a:pt x="92273" y="130969"/>
                </a:cubicBezTo>
                <a:cubicBezTo>
                  <a:pt x="92273" y="124383"/>
                  <a:pt x="89222" y="118504"/>
                  <a:pt x="84423" y="114672"/>
                </a:cubicBezTo>
                <a:cubicBezTo>
                  <a:pt x="81297" y="112179"/>
                  <a:pt x="77391" y="115007"/>
                  <a:pt x="77391" y="118988"/>
                </a:cubicBezTo>
                <a:lnTo>
                  <a:pt x="77391" y="142987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6" name="Text 14"/>
          <p:cNvSpPr/>
          <p:nvPr/>
        </p:nvSpPr>
        <p:spPr>
          <a:xfrm>
            <a:off x="3305969" y="3423446"/>
            <a:ext cx="233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4425" y="1177925"/>
            <a:ext cx="5673725" cy="2792413"/>
          </a:xfrm>
          <a:custGeom>
            <a:avLst/>
            <a:gdLst/>
            <a:ahLst/>
            <a:cxnLst/>
            <a:rect l="l" t="t" r="r" b="b"/>
            <a:pathLst>
              <a:path w="5673725" h="2792413">
                <a:moveTo>
                  <a:pt x="190498" y="0"/>
                </a:moveTo>
                <a:lnTo>
                  <a:pt x="5483227" y="0"/>
                </a:lnTo>
                <a:cubicBezTo>
                  <a:pt x="5588436" y="0"/>
                  <a:pt x="5673725" y="85289"/>
                  <a:pt x="5673725" y="190498"/>
                </a:cubicBezTo>
                <a:lnTo>
                  <a:pt x="5673725" y="2601914"/>
                </a:lnTo>
                <a:cubicBezTo>
                  <a:pt x="5673725" y="2707123"/>
                  <a:pt x="5588436" y="2792413"/>
                  <a:pt x="5483227" y="2792413"/>
                </a:cubicBezTo>
                <a:lnTo>
                  <a:pt x="190498" y="2792413"/>
                </a:lnTo>
                <a:cubicBezTo>
                  <a:pt x="85289" y="2792413"/>
                  <a:pt x="0" y="2707123"/>
                  <a:pt x="0" y="2601914"/>
                </a:cubicBezTo>
                <a:lnTo>
                  <a:pt x="0" y="190498"/>
                </a:lnTo>
                <a:cubicBezTo>
                  <a:pt x="0" y="85359"/>
                  <a:pt x="85359" y="0"/>
                  <a:pt x="1904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5000"/>
                </a:srgbClr>
              </a:gs>
            </a:gsLst>
            <a:lin ang="2700000" scaled="1"/>
          </a:gradFill>
          <a:ln w="10160">
            <a:solidFill>
              <a:srgbClr val="FF6B3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1600" y="143510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27003" y="0"/>
                </a:moveTo>
                <a:lnTo>
                  <a:pt x="634997" y="0"/>
                </a:lnTo>
                <a:cubicBezTo>
                  <a:pt x="705092" y="0"/>
                  <a:pt x="762000" y="56908"/>
                  <a:pt x="762000" y="127003"/>
                </a:cubicBezTo>
                <a:lnTo>
                  <a:pt x="762000" y="634997"/>
                </a:lnTo>
                <a:cubicBezTo>
                  <a:pt x="762000" y="705092"/>
                  <a:pt x="705092" y="762000"/>
                  <a:pt x="634997" y="762000"/>
                </a:cubicBezTo>
                <a:lnTo>
                  <a:pt x="127003" y="762000"/>
                </a:lnTo>
                <a:cubicBezTo>
                  <a:pt x="56908" y="762000"/>
                  <a:pt x="0" y="705092"/>
                  <a:pt x="0" y="6349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9725" y="16732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2311" y="179654"/>
                </a:moveTo>
                <a:cubicBezTo>
                  <a:pt x="103696" y="195281"/>
                  <a:pt x="122113" y="205383"/>
                  <a:pt x="142875" y="205383"/>
                </a:cubicBezTo>
                <a:cubicBezTo>
                  <a:pt x="163637" y="205383"/>
                  <a:pt x="182054" y="195281"/>
                  <a:pt x="193439" y="179654"/>
                </a:cubicBezTo>
                <a:cubicBezTo>
                  <a:pt x="197793" y="173682"/>
                  <a:pt x="206164" y="172343"/>
                  <a:pt x="212136" y="176696"/>
                </a:cubicBezTo>
                <a:cubicBezTo>
                  <a:pt x="218108" y="181049"/>
                  <a:pt x="219447" y="189421"/>
                  <a:pt x="215094" y="195393"/>
                </a:cubicBezTo>
                <a:cubicBezTo>
                  <a:pt x="198853" y="217661"/>
                  <a:pt x="172566" y="232172"/>
                  <a:pt x="142875" y="232172"/>
                </a:cubicBezTo>
                <a:cubicBezTo>
                  <a:pt x="113184" y="232172"/>
                  <a:pt x="86897" y="217661"/>
                  <a:pt x="70656" y="195393"/>
                </a:cubicBezTo>
                <a:cubicBezTo>
                  <a:pt x="66303" y="189421"/>
                  <a:pt x="67642" y="181049"/>
                  <a:pt x="73614" y="176696"/>
                </a:cubicBezTo>
                <a:cubicBezTo>
                  <a:pt x="79586" y="172343"/>
                  <a:pt x="87957" y="173682"/>
                  <a:pt x="92311" y="179654"/>
                </a:cubicBezTo>
                <a:close/>
                <a:moveTo>
                  <a:pt x="98227" y="100459"/>
                </a:moveTo>
                <a:cubicBezTo>
                  <a:pt x="89576" y="100459"/>
                  <a:pt x="82600" y="107435"/>
                  <a:pt x="82600" y="116086"/>
                </a:cubicBezTo>
                <a:lnTo>
                  <a:pt x="82600" y="120551"/>
                </a:lnTo>
                <a:cubicBezTo>
                  <a:pt x="82600" y="126690"/>
                  <a:pt x="77577" y="131713"/>
                  <a:pt x="71438" y="131713"/>
                </a:cubicBezTo>
                <a:cubicBezTo>
                  <a:pt x="65298" y="131713"/>
                  <a:pt x="60275" y="126690"/>
                  <a:pt x="60275" y="120551"/>
                </a:cubicBezTo>
                <a:lnTo>
                  <a:pt x="60275" y="116086"/>
                </a:lnTo>
                <a:cubicBezTo>
                  <a:pt x="60275" y="95101"/>
                  <a:pt x="77242" y="78135"/>
                  <a:pt x="98227" y="78135"/>
                </a:cubicBezTo>
                <a:cubicBezTo>
                  <a:pt x="119211" y="78135"/>
                  <a:pt x="136178" y="95101"/>
                  <a:pt x="136178" y="116086"/>
                </a:cubicBezTo>
                <a:lnTo>
                  <a:pt x="136178" y="120551"/>
                </a:lnTo>
                <a:cubicBezTo>
                  <a:pt x="136178" y="126690"/>
                  <a:pt x="131155" y="131713"/>
                  <a:pt x="125016" y="131713"/>
                </a:cubicBezTo>
                <a:cubicBezTo>
                  <a:pt x="118876" y="131713"/>
                  <a:pt x="113854" y="126690"/>
                  <a:pt x="113854" y="120551"/>
                </a:cubicBezTo>
                <a:lnTo>
                  <a:pt x="113854" y="116086"/>
                </a:lnTo>
                <a:cubicBezTo>
                  <a:pt x="113854" y="107435"/>
                  <a:pt x="106877" y="100459"/>
                  <a:pt x="98227" y="100459"/>
                </a:cubicBezTo>
                <a:close/>
                <a:moveTo>
                  <a:pt x="171896" y="116086"/>
                </a:moveTo>
                <a:lnTo>
                  <a:pt x="171896" y="120551"/>
                </a:lnTo>
                <a:cubicBezTo>
                  <a:pt x="171896" y="126690"/>
                  <a:pt x="166874" y="131713"/>
                  <a:pt x="160734" y="131713"/>
                </a:cubicBezTo>
                <a:cubicBezTo>
                  <a:pt x="154595" y="131713"/>
                  <a:pt x="149572" y="126690"/>
                  <a:pt x="149572" y="120551"/>
                </a:cubicBezTo>
                <a:lnTo>
                  <a:pt x="149572" y="116086"/>
                </a:lnTo>
                <a:cubicBezTo>
                  <a:pt x="149572" y="95101"/>
                  <a:pt x="166539" y="78135"/>
                  <a:pt x="187523" y="78135"/>
                </a:cubicBezTo>
                <a:cubicBezTo>
                  <a:pt x="208508" y="78135"/>
                  <a:pt x="225475" y="95101"/>
                  <a:pt x="225475" y="116086"/>
                </a:cubicBezTo>
                <a:lnTo>
                  <a:pt x="225475" y="120551"/>
                </a:lnTo>
                <a:cubicBezTo>
                  <a:pt x="225475" y="126690"/>
                  <a:pt x="220452" y="131713"/>
                  <a:pt x="214313" y="131713"/>
                </a:cubicBezTo>
                <a:cubicBezTo>
                  <a:pt x="208173" y="131713"/>
                  <a:pt x="203150" y="126690"/>
                  <a:pt x="203150" y="120551"/>
                </a:cubicBezTo>
                <a:lnTo>
                  <a:pt x="203150" y="116086"/>
                </a:lnTo>
                <a:cubicBezTo>
                  <a:pt x="203150" y="107435"/>
                  <a:pt x="196174" y="100459"/>
                  <a:pt x="187523" y="100459"/>
                </a:cubicBezTo>
                <a:cubicBezTo>
                  <a:pt x="178873" y="100459"/>
                  <a:pt x="171896" y="107435"/>
                  <a:pt x="171896" y="1160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4100" y="1546227"/>
            <a:ext cx="2293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Filtrage par Humeur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4100" y="1863727"/>
            <a:ext cx="225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Valence &amp; Énergie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1600" y="2387602"/>
            <a:ext cx="523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Sélection de musique basée sur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l'humeur souhaitée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utilisant les caractéristiques de valence et d'énergie.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51600" y="3042446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173119" y="316944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6303" y="-3758"/>
                </a:moveTo>
                <a:cubicBezTo>
                  <a:pt x="69056" y="-4911"/>
                  <a:pt x="72182" y="-4576"/>
                  <a:pt x="74675" y="-2939"/>
                </a:cubicBezTo>
                <a:lnTo>
                  <a:pt x="107342" y="18715"/>
                </a:lnTo>
                <a:lnTo>
                  <a:pt x="140010" y="-2939"/>
                </a:lnTo>
                <a:cubicBezTo>
                  <a:pt x="142503" y="-4576"/>
                  <a:pt x="145628" y="-4874"/>
                  <a:pt x="148382" y="-3758"/>
                </a:cubicBezTo>
                <a:cubicBezTo>
                  <a:pt x="151135" y="-2642"/>
                  <a:pt x="153070" y="-186"/>
                  <a:pt x="153665" y="2716"/>
                </a:cubicBezTo>
                <a:lnTo>
                  <a:pt x="161441" y="41114"/>
                </a:lnTo>
                <a:lnTo>
                  <a:pt x="199839" y="48890"/>
                </a:lnTo>
                <a:cubicBezTo>
                  <a:pt x="202741" y="49485"/>
                  <a:pt x="205197" y="51495"/>
                  <a:pt x="206313" y="54211"/>
                </a:cubicBezTo>
                <a:cubicBezTo>
                  <a:pt x="207429" y="56927"/>
                  <a:pt x="207132" y="60089"/>
                  <a:pt x="205494" y="62582"/>
                </a:cubicBezTo>
                <a:lnTo>
                  <a:pt x="183840" y="95250"/>
                </a:lnTo>
                <a:lnTo>
                  <a:pt x="205494" y="127918"/>
                </a:lnTo>
                <a:cubicBezTo>
                  <a:pt x="207132" y="130411"/>
                  <a:pt x="207429" y="133536"/>
                  <a:pt x="206313" y="136289"/>
                </a:cubicBezTo>
                <a:cubicBezTo>
                  <a:pt x="205197" y="139043"/>
                  <a:pt x="202741" y="141052"/>
                  <a:pt x="199839" y="141610"/>
                </a:cubicBezTo>
                <a:lnTo>
                  <a:pt x="161404" y="149349"/>
                </a:lnTo>
                <a:lnTo>
                  <a:pt x="153665" y="187784"/>
                </a:lnTo>
                <a:cubicBezTo>
                  <a:pt x="153070" y="190686"/>
                  <a:pt x="151061" y="193142"/>
                  <a:pt x="148344" y="194258"/>
                </a:cubicBezTo>
                <a:cubicBezTo>
                  <a:pt x="145628" y="195374"/>
                  <a:pt x="142466" y="195076"/>
                  <a:pt x="139973" y="193439"/>
                </a:cubicBezTo>
                <a:lnTo>
                  <a:pt x="107305" y="171785"/>
                </a:lnTo>
                <a:lnTo>
                  <a:pt x="74637" y="193439"/>
                </a:lnTo>
                <a:cubicBezTo>
                  <a:pt x="72144" y="195076"/>
                  <a:pt x="69019" y="195374"/>
                  <a:pt x="66266" y="194258"/>
                </a:cubicBezTo>
                <a:cubicBezTo>
                  <a:pt x="63512" y="193142"/>
                  <a:pt x="61503" y="190686"/>
                  <a:pt x="60945" y="187784"/>
                </a:cubicBezTo>
                <a:lnTo>
                  <a:pt x="53206" y="149349"/>
                </a:lnTo>
                <a:lnTo>
                  <a:pt x="14771" y="141573"/>
                </a:lnTo>
                <a:cubicBezTo>
                  <a:pt x="11869" y="140977"/>
                  <a:pt x="9413" y="138968"/>
                  <a:pt x="8297" y="136252"/>
                </a:cubicBezTo>
                <a:cubicBezTo>
                  <a:pt x="7181" y="133536"/>
                  <a:pt x="7479" y="130373"/>
                  <a:pt x="9116" y="127881"/>
                </a:cubicBezTo>
                <a:lnTo>
                  <a:pt x="30770" y="95250"/>
                </a:lnTo>
                <a:lnTo>
                  <a:pt x="9116" y="62582"/>
                </a:lnTo>
                <a:cubicBezTo>
                  <a:pt x="7479" y="60089"/>
                  <a:pt x="7181" y="56964"/>
                  <a:pt x="8297" y="54211"/>
                </a:cubicBezTo>
                <a:cubicBezTo>
                  <a:pt x="9413" y="51457"/>
                  <a:pt x="11869" y="49448"/>
                  <a:pt x="14771" y="48890"/>
                </a:cubicBezTo>
                <a:lnTo>
                  <a:pt x="53206" y="41151"/>
                </a:lnTo>
                <a:lnTo>
                  <a:pt x="60982" y="2716"/>
                </a:lnTo>
                <a:cubicBezTo>
                  <a:pt x="61578" y="-186"/>
                  <a:pt x="63587" y="-2642"/>
                  <a:pt x="66303" y="-3758"/>
                </a:cubicBezTo>
                <a:close/>
                <a:moveTo>
                  <a:pt x="77242" y="95250"/>
                </a:moveTo>
                <a:cubicBezTo>
                  <a:pt x="77242" y="84563"/>
                  <a:pt x="82943" y="74687"/>
                  <a:pt x="92199" y="69343"/>
                </a:cubicBezTo>
                <a:cubicBezTo>
                  <a:pt x="101455" y="64000"/>
                  <a:pt x="112858" y="64000"/>
                  <a:pt x="122113" y="69343"/>
                </a:cubicBezTo>
                <a:cubicBezTo>
                  <a:pt x="131369" y="74687"/>
                  <a:pt x="137071" y="84563"/>
                  <a:pt x="137071" y="95250"/>
                </a:cubicBezTo>
                <a:cubicBezTo>
                  <a:pt x="137071" y="111760"/>
                  <a:pt x="123666" y="125164"/>
                  <a:pt x="107156" y="125164"/>
                </a:cubicBezTo>
                <a:cubicBezTo>
                  <a:pt x="90646" y="125164"/>
                  <a:pt x="77242" y="111760"/>
                  <a:pt x="77242" y="95250"/>
                </a:cubicBezTo>
                <a:close/>
                <a:moveTo>
                  <a:pt x="154930" y="95250"/>
                </a:moveTo>
                <a:cubicBezTo>
                  <a:pt x="154930" y="68883"/>
                  <a:pt x="133523" y="47476"/>
                  <a:pt x="107156" y="47476"/>
                </a:cubicBezTo>
                <a:cubicBezTo>
                  <a:pt x="80789" y="47476"/>
                  <a:pt x="59382" y="68883"/>
                  <a:pt x="59382" y="95250"/>
                </a:cubicBezTo>
                <a:cubicBezTo>
                  <a:pt x="59382" y="112318"/>
                  <a:pt x="68488" y="128089"/>
                  <a:pt x="83269" y="136623"/>
                </a:cubicBezTo>
                <a:cubicBezTo>
                  <a:pt x="98051" y="145157"/>
                  <a:pt x="116262" y="145157"/>
                  <a:pt x="131043" y="136623"/>
                </a:cubicBezTo>
                <a:cubicBezTo>
                  <a:pt x="145824" y="128089"/>
                  <a:pt x="154930" y="112318"/>
                  <a:pt x="154930" y="9525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5" name="Text 23"/>
          <p:cNvSpPr/>
          <p:nvPr/>
        </p:nvSpPr>
        <p:spPr>
          <a:xfrm>
            <a:off x="6550819" y="3423446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Joyeux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04200" y="3042446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37625" y="31694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42639" y="0"/>
                  <a:pt x="0" y="42639"/>
                  <a:pt x="0" y="95250"/>
                </a:cubicBezTo>
                <a:cubicBezTo>
                  <a:pt x="0" y="147861"/>
                  <a:pt x="42639" y="190500"/>
                  <a:pt x="95250" y="190500"/>
                </a:cubicBezTo>
                <a:cubicBezTo>
                  <a:pt x="120848" y="190500"/>
                  <a:pt x="144103" y="180380"/>
                  <a:pt x="161218" y="163934"/>
                </a:cubicBezTo>
                <a:cubicBezTo>
                  <a:pt x="163934" y="161330"/>
                  <a:pt x="164716" y="157274"/>
                  <a:pt x="163190" y="153851"/>
                </a:cubicBezTo>
                <a:cubicBezTo>
                  <a:pt x="161665" y="150428"/>
                  <a:pt x="158093" y="148307"/>
                  <a:pt x="154335" y="148605"/>
                </a:cubicBezTo>
                <a:cubicBezTo>
                  <a:pt x="152512" y="148754"/>
                  <a:pt x="150688" y="148828"/>
                  <a:pt x="148828" y="148828"/>
                </a:cubicBezTo>
                <a:cubicBezTo>
                  <a:pt x="111026" y="148828"/>
                  <a:pt x="80367" y="118170"/>
                  <a:pt x="80367" y="80367"/>
                </a:cubicBezTo>
                <a:cubicBezTo>
                  <a:pt x="80367" y="53541"/>
                  <a:pt x="95808" y="30287"/>
                  <a:pt x="118356" y="19050"/>
                </a:cubicBezTo>
                <a:cubicBezTo>
                  <a:pt x="121741" y="17376"/>
                  <a:pt x="123676" y="13729"/>
                  <a:pt x="123230" y="9971"/>
                </a:cubicBezTo>
                <a:cubicBezTo>
                  <a:pt x="122783" y="6214"/>
                  <a:pt x="120030" y="3163"/>
                  <a:pt x="116346" y="2344"/>
                </a:cubicBezTo>
                <a:cubicBezTo>
                  <a:pt x="109537" y="819"/>
                  <a:pt x="102468" y="0"/>
                  <a:pt x="95250" y="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03419" y="3423446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56800" y="3042446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702132" y="316944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6019" y="3423446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Énergique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675" y="4163220"/>
            <a:ext cx="5673725" cy="2792413"/>
          </a:xfrm>
          <a:custGeom>
            <a:avLst/>
            <a:gdLst/>
            <a:ahLst/>
            <a:cxnLst/>
            <a:rect l="l" t="t" r="r" b="b"/>
            <a:pathLst>
              <a:path w="5673725" h="2792413">
                <a:moveTo>
                  <a:pt x="190498" y="0"/>
                </a:moveTo>
                <a:lnTo>
                  <a:pt x="5483227" y="0"/>
                </a:lnTo>
                <a:cubicBezTo>
                  <a:pt x="5588436" y="0"/>
                  <a:pt x="5673725" y="85289"/>
                  <a:pt x="5673725" y="190498"/>
                </a:cubicBezTo>
                <a:lnTo>
                  <a:pt x="5673725" y="2601914"/>
                </a:lnTo>
                <a:cubicBezTo>
                  <a:pt x="5673725" y="2707123"/>
                  <a:pt x="5588436" y="2792413"/>
                  <a:pt x="5483227" y="2792413"/>
                </a:cubicBezTo>
                <a:lnTo>
                  <a:pt x="190498" y="2792413"/>
                </a:lnTo>
                <a:cubicBezTo>
                  <a:pt x="85289" y="2792413"/>
                  <a:pt x="0" y="2707123"/>
                  <a:pt x="0" y="2601914"/>
                </a:cubicBezTo>
                <a:lnTo>
                  <a:pt x="0" y="190498"/>
                </a:lnTo>
                <a:cubicBezTo>
                  <a:pt x="0" y="85359"/>
                  <a:pt x="85359" y="0"/>
                  <a:pt x="1904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7850" y="442039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27003" y="0"/>
                </a:moveTo>
                <a:lnTo>
                  <a:pt x="634997" y="0"/>
                </a:lnTo>
                <a:cubicBezTo>
                  <a:pt x="705092" y="0"/>
                  <a:pt x="762000" y="56908"/>
                  <a:pt x="762000" y="127003"/>
                </a:cubicBezTo>
                <a:lnTo>
                  <a:pt x="762000" y="634997"/>
                </a:lnTo>
                <a:cubicBezTo>
                  <a:pt x="762000" y="705092"/>
                  <a:pt x="705092" y="762000"/>
                  <a:pt x="634997" y="762000"/>
                </a:cubicBezTo>
                <a:lnTo>
                  <a:pt x="127003" y="762000"/>
                </a:lnTo>
                <a:cubicBezTo>
                  <a:pt x="56908" y="762000"/>
                  <a:pt x="0" y="705092"/>
                  <a:pt x="0" y="6349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5975" y="46585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530350" y="4531518"/>
            <a:ext cx="2365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 Interactif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30350" y="4849018"/>
            <a:ext cx="232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Visualisations dynamiques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7850" y="5372893"/>
            <a:ext cx="523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 de bord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graphiques interactifs, statistiques en temps réel et analyses visuelles des données musicales.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7850" y="6027737"/>
            <a:ext cx="2532063" cy="666750"/>
          </a:xfrm>
          <a:custGeom>
            <a:avLst/>
            <a:gdLst/>
            <a:ahLst/>
            <a:cxnLst/>
            <a:rect l="l" t="t" r="r" b="b"/>
            <a:pathLst>
              <a:path w="2532063" h="666750">
                <a:moveTo>
                  <a:pt x="95252" y="0"/>
                </a:moveTo>
                <a:lnTo>
                  <a:pt x="2436811" y="0"/>
                </a:lnTo>
                <a:cubicBezTo>
                  <a:pt x="2489417" y="0"/>
                  <a:pt x="2532063" y="42646"/>
                  <a:pt x="2532063" y="95252"/>
                </a:cubicBezTo>
                <a:lnTo>
                  <a:pt x="2532063" y="571498"/>
                </a:lnTo>
                <a:cubicBezTo>
                  <a:pt x="2532063" y="624104"/>
                  <a:pt x="2489417" y="666750"/>
                  <a:pt x="2436811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49425" y="615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40" name="Text 38"/>
          <p:cNvSpPr/>
          <p:nvPr/>
        </p:nvSpPr>
        <p:spPr>
          <a:xfrm>
            <a:off x="677069" y="6408737"/>
            <a:ext cx="233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06750" y="6027737"/>
            <a:ext cx="2532063" cy="666750"/>
          </a:xfrm>
          <a:custGeom>
            <a:avLst/>
            <a:gdLst/>
            <a:ahLst/>
            <a:cxnLst/>
            <a:rect l="l" t="t" r="r" b="b"/>
            <a:pathLst>
              <a:path w="2532063" h="666750">
                <a:moveTo>
                  <a:pt x="95252" y="0"/>
                </a:moveTo>
                <a:lnTo>
                  <a:pt x="2436811" y="0"/>
                </a:lnTo>
                <a:cubicBezTo>
                  <a:pt x="2489417" y="0"/>
                  <a:pt x="2532063" y="42646"/>
                  <a:pt x="2532063" y="95252"/>
                </a:cubicBezTo>
                <a:lnTo>
                  <a:pt x="2532063" y="571498"/>
                </a:lnTo>
                <a:cubicBezTo>
                  <a:pt x="2532063" y="624104"/>
                  <a:pt x="2489417" y="666750"/>
                  <a:pt x="2436811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78325" y="615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3305969" y="6408737"/>
            <a:ext cx="233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Interactif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4425" y="4163220"/>
            <a:ext cx="5673725" cy="2792413"/>
          </a:xfrm>
          <a:custGeom>
            <a:avLst/>
            <a:gdLst/>
            <a:ahLst/>
            <a:cxnLst/>
            <a:rect l="l" t="t" r="r" b="b"/>
            <a:pathLst>
              <a:path w="5673725" h="2792413">
                <a:moveTo>
                  <a:pt x="190498" y="0"/>
                </a:moveTo>
                <a:lnTo>
                  <a:pt x="5483227" y="0"/>
                </a:lnTo>
                <a:cubicBezTo>
                  <a:pt x="5588436" y="0"/>
                  <a:pt x="5673725" y="85289"/>
                  <a:pt x="5673725" y="190498"/>
                </a:cubicBezTo>
                <a:lnTo>
                  <a:pt x="5673725" y="2601914"/>
                </a:lnTo>
                <a:cubicBezTo>
                  <a:pt x="5673725" y="2707123"/>
                  <a:pt x="5588436" y="2792413"/>
                  <a:pt x="5483227" y="2792413"/>
                </a:cubicBezTo>
                <a:lnTo>
                  <a:pt x="190498" y="2792413"/>
                </a:lnTo>
                <a:cubicBezTo>
                  <a:pt x="85289" y="2792413"/>
                  <a:pt x="0" y="2707123"/>
                  <a:pt x="0" y="2601914"/>
                </a:cubicBezTo>
                <a:lnTo>
                  <a:pt x="0" y="190498"/>
                </a:lnTo>
                <a:cubicBezTo>
                  <a:pt x="0" y="85359"/>
                  <a:pt x="85359" y="0"/>
                  <a:pt x="1904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FF6B35">
                  <a:alpha val="10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1600" y="442039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27003" y="0"/>
                </a:moveTo>
                <a:lnTo>
                  <a:pt x="634997" y="0"/>
                </a:lnTo>
                <a:cubicBezTo>
                  <a:pt x="705092" y="0"/>
                  <a:pt x="762000" y="56908"/>
                  <a:pt x="762000" y="127003"/>
                </a:cubicBezTo>
                <a:lnTo>
                  <a:pt x="762000" y="634997"/>
                </a:lnTo>
                <a:cubicBezTo>
                  <a:pt x="762000" y="705092"/>
                  <a:pt x="705092" y="762000"/>
                  <a:pt x="634997" y="762000"/>
                </a:cubicBezTo>
                <a:lnTo>
                  <a:pt x="127003" y="762000"/>
                </a:lnTo>
                <a:cubicBezTo>
                  <a:pt x="56908" y="762000"/>
                  <a:pt x="0" y="705092"/>
                  <a:pt x="0" y="6349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/>
              </a:gs>
              <a:gs pos="100000">
                <a:srgbClr val="FF6B35"/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689725" y="46585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404100" y="4531518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Playlist Personnalisée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4100" y="4849018"/>
            <a:ext cx="2436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&amp; Gestion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51600" y="5372893"/>
            <a:ext cx="5230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Outils complets pour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créer, sauvegarder et gérer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playlists personnalisées basées sur les recommandations.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51600" y="6027737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85025" y="615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52" name="Text 50"/>
          <p:cNvSpPr/>
          <p:nvPr/>
        </p:nvSpPr>
        <p:spPr>
          <a:xfrm>
            <a:off x="6550819" y="6408737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04200" y="6027737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9531" y="61547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303419" y="6408737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Sauvegarder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956800" y="6027737"/>
            <a:ext cx="1658938" cy="666750"/>
          </a:xfrm>
          <a:custGeom>
            <a:avLst/>
            <a:gdLst/>
            <a:ahLst/>
            <a:cxnLst/>
            <a:rect l="l" t="t" r="r" b="b"/>
            <a:pathLst>
              <a:path w="1658938" h="666750">
                <a:moveTo>
                  <a:pt x="95252" y="0"/>
                </a:moveTo>
                <a:lnTo>
                  <a:pt x="1563686" y="0"/>
                </a:lnTo>
                <a:cubicBezTo>
                  <a:pt x="1616292" y="0"/>
                  <a:pt x="1658938" y="42646"/>
                  <a:pt x="1658938" y="95252"/>
                </a:cubicBezTo>
                <a:lnTo>
                  <a:pt x="1658938" y="571498"/>
                </a:lnTo>
                <a:cubicBezTo>
                  <a:pt x="1658938" y="624104"/>
                  <a:pt x="1616292" y="666750"/>
                  <a:pt x="156368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90225" y="615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523" y="6846"/>
                </a:moveTo>
                <a:cubicBezTo>
                  <a:pt x="110058" y="8706"/>
                  <a:pt x="107156" y="13022"/>
                  <a:pt x="107156" y="17859"/>
                </a:cubicBezTo>
                <a:lnTo>
                  <a:pt x="107156" y="47625"/>
                </a:lnTo>
                <a:lnTo>
                  <a:pt x="65484" y="47625"/>
                </a:lnTo>
                <a:cubicBezTo>
                  <a:pt x="29319" y="47625"/>
                  <a:pt x="0" y="76944"/>
                  <a:pt x="0" y="113109"/>
                </a:cubicBezTo>
                <a:cubicBezTo>
                  <a:pt x="0" y="155265"/>
                  <a:pt x="30324" y="174092"/>
                  <a:pt x="37281" y="177887"/>
                </a:cubicBezTo>
                <a:cubicBezTo>
                  <a:pt x="38212" y="178408"/>
                  <a:pt x="39253" y="178594"/>
                  <a:pt x="40295" y="178594"/>
                </a:cubicBezTo>
                <a:cubicBezTo>
                  <a:pt x="44351" y="178594"/>
                  <a:pt x="47625" y="175282"/>
                  <a:pt x="47625" y="171264"/>
                </a:cubicBezTo>
                <a:cubicBezTo>
                  <a:pt x="47625" y="168473"/>
                  <a:pt x="46025" y="165906"/>
                  <a:pt x="43979" y="164009"/>
                </a:cubicBezTo>
                <a:cubicBezTo>
                  <a:pt x="40481" y="160734"/>
                  <a:pt x="35719" y="154186"/>
                  <a:pt x="35719" y="142912"/>
                </a:cubicBezTo>
                <a:cubicBezTo>
                  <a:pt x="35719" y="123192"/>
                  <a:pt x="51718" y="107193"/>
                  <a:pt x="71438" y="107193"/>
                </a:cubicBezTo>
                <a:lnTo>
                  <a:pt x="107156" y="107193"/>
                </a:lnTo>
                <a:lnTo>
                  <a:pt x="107156" y="136959"/>
                </a:lnTo>
                <a:cubicBezTo>
                  <a:pt x="107156" y="141759"/>
                  <a:pt x="110058" y="146112"/>
                  <a:pt x="114523" y="147972"/>
                </a:cubicBezTo>
                <a:cubicBezTo>
                  <a:pt x="118988" y="149833"/>
                  <a:pt x="124085" y="148791"/>
                  <a:pt x="127508" y="145405"/>
                </a:cubicBezTo>
                <a:lnTo>
                  <a:pt x="187040" y="85874"/>
                </a:lnTo>
                <a:cubicBezTo>
                  <a:pt x="191691" y="81223"/>
                  <a:pt x="191691" y="73670"/>
                  <a:pt x="187040" y="69019"/>
                </a:cubicBezTo>
                <a:lnTo>
                  <a:pt x="127508" y="9488"/>
                </a:lnTo>
                <a:cubicBezTo>
                  <a:pt x="124085" y="6065"/>
                  <a:pt x="118988" y="5060"/>
                  <a:pt x="114523" y="69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10056019" y="6408737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Partager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868" y="335868"/>
            <a:ext cx="67174" cy="403041"/>
          </a:xfrm>
          <a:custGeom>
            <a:avLst/>
            <a:gdLst/>
            <a:ahLst/>
            <a:cxnLst/>
            <a:rect l="l" t="t" r="r" b="b"/>
            <a:pathLst>
              <a:path w="67174" h="403041">
                <a:moveTo>
                  <a:pt x="0" y="0"/>
                </a:moveTo>
                <a:lnTo>
                  <a:pt x="67174" y="0"/>
                </a:lnTo>
                <a:lnTo>
                  <a:pt x="67174" y="403041"/>
                </a:lnTo>
                <a:lnTo>
                  <a:pt x="0" y="403041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37388" y="335868"/>
            <a:ext cx="3770116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Résultats et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7388" y="806083"/>
            <a:ext cx="11402711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que ce projet démontre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226" y="1246069"/>
            <a:ext cx="7723279" cy="3482949"/>
          </a:xfrm>
          <a:custGeom>
            <a:avLst/>
            <a:gdLst/>
            <a:ahLst/>
            <a:cxnLst/>
            <a:rect l="l" t="t" r="r" b="b"/>
            <a:pathLst>
              <a:path w="7723279" h="3482949">
                <a:moveTo>
                  <a:pt x="201523" y="0"/>
                </a:moveTo>
                <a:lnTo>
                  <a:pt x="7521756" y="0"/>
                </a:lnTo>
                <a:cubicBezTo>
                  <a:pt x="7633054" y="0"/>
                  <a:pt x="7723279" y="90225"/>
                  <a:pt x="7723279" y="201523"/>
                </a:cubicBezTo>
                <a:lnTo>
                  <a:pt x="7723279" y="3281425"/>
                </a:lnTo>
                <a:cubicBezTo>
                  <a:pt x="7723279" y="3392724"/>
                  <a:pt x="7633054" y="3482949"/>
                  <a:pt x="7521756" y="3482949"/>
                </a:cubicBezTo>
                <a:lnTo>
                  <a:pt x="201523" y="3482949"/>
                </a:lnTo>
                <a:cubicBezTo>
                  <a:pt x="90225" y="3482949"/>
                  <a:pt x="0" y="3392724"/>
                  <a:pt x="0" y="3281425"/>
                </a:cubicBezTo>
                <a:lnTo>
                  <a:pt x="0" y="201523"/>
                </a:lnTo>
                <a:cubicBezTo>
                  <a:pt x="0" y="90300"/>
                  <a:pt x="90300" y="0"/>
                  <a:pt x="201523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20000"/>
                </a:srgbClr>
              </a:gs>
              <a:gs pos="100000">
                <a:srgbClr val="1DB954">
                  <a:alpha val="5000"/>
                </a:srgbClr>
              </a:gs>
            </a:gsLst>
            <a:lin ang="2700000" scaled="1"/>
          </a:gradFill>
          <a:ln w="10160">
            <a:solidFill>
              <a:srgbClr val="1DB95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279" y="1518125"/>
            <a:ext cx="806083" cy="806083"/>
          </a:xfrm>
          <a:custGeom>
            <a:avLst/>
            <a:gdLst/>
            <a:ahLst/>
            <a:cxnLst/>
            <a:rect l="l" t="t" r="r" b="b"/>
            <a:pathLst>
              <a:path w="806083" h="806083">
                <a:moveTo>
                  <a:pt x="134350" y="0"/>
                </a:moveTo>
                <a:lnTo>
                  <a:pt x="671733" y="0"/>
                </a:lnTo>
                <a:cubicBezTo>
                  <a:pt x="745883" y="0"/>
                  <a:pt x="806083" y="60200"/>
                  <a:pt x="806083" y="134350"/>
                </a:cubicBezTo>
                <a:lnTo>
                  <a:pt x="806083" y="671733"/>
                </a:lnTo>
                <a:cubicBezTo>
                  <a:pt x="806083" y="745883"/>
                  <a:pt x="745883" y="806083"/>
                  <a:pt x="671733" y="806083"/>
                </a:cubicBezTo>
                <a:lnTo>
                  <a:pt x="134350" y="806083"/>
                </a:lnTo>
                <a:cubicBezTo>
                  <a:pt x="60200" y="806083"/>
                  <a:pt x="0" y="745883"/>
                  <a:pt x="0" y="671733"/>
                </a:cubicBezTo>
                <a:lnTo>
                  <a:pt x="0" y="134350"/>
                </a:lnTo>
                <a:cubicBezTo>
                  <a:pt x="0" y="60200"/>
                  <a:pt x="60200" y="0"/>
                  <a:pt x="13435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7" name="Shape 5"/>
          <p:cNvSpPr/>
          <p:nvPr/>
        </p:nvSpPr>
        <p:spPr>
          <a:xfrm>
            <a:off x="863180" y="1770026"/>
            <a:ext cx="302281" cy="302281"/>
          </a:xfrm>
          <a:custGeom>
            <a:avLst/>
            <a:gdLst/>
            <a:ahLst/>
            <a:cxnLst/>
            <a:rect l="l" t="t" r="r" b="b"/>
            <a:pathLst>
              <a:path w="302281" h="302281">
                <a:moveTo>
                  <a:pt x="85194" y="0"/>
                </a:moveTo>
                <a:lnTo>
                  <a:pt x="217442" y="0"/>
                </a:lnTo>
                <a:cubicBezTo>
                  <a:pt x="233087" y="0"/>
                  <a:pt x="245839" y="12871"/>
                  <a:pt x="245249" y="28457"/>
                </a:cubicBezTo>
                <a:cubicBezTo>
                  <a:pt x="245131" y="31586"/>
                  <a:pt x="245013" y="34715"/>
                  <a:pt x="244836" y="37785"/>
                </a:cubicBezTo>
                <a:lnTo>
                  <a:pt x="274119" y="37785"/>
                </a:lnTo>
                <a:cubicBezTo>
                  <a:pt x="289529" y="37785"/>
                  <a:pt x="303108" y="50538"/>
                  <a:pt x="301927" y="67187"/>
                </a:cubicBezTo>
                <a:cubicBezTo>
                  <a:pt x="297499" y="128410"/>
                  <a:pt x="266208" y="162063"/>
                  <a:pt x="232260" y="179656"/>
                </a:cubicBezTo>
                <a:cubicBezTo>
                  <a:pt x="222932" y="184498"/>
                  <a:pt x="213427" y="188099"/>
                  <a:pt x="204394" y="190756"/>
                </a:cubicBezTo>
                <a:cubicBezTo>
                  <a:pt x="192468" y="207641"/>
                  <a:pt x="180070" y="216556"/>
                  <a:pt x="170210" y="221338"/>
                </a:cubicBezTo>
                <a:lnTo>
                  <a:pt x="170210" y="264496"/>
                </a:lnTo>
                <a:lnTo>
                  <a:pt x="207995" y="264496"/>
                </a:lnTo>
                <a:cubicBezTo>
                  <a:pt x="218445" y="264496"/>
                  <a:pt x="226888" y="272938"/>
                  <a:pt x="226888" y="283388"/>
                </a:cubicBezTo>
                <a:cubicBezTo>
                  <a:pt x="226888" y="293838"/>
                  <a:pt x="218445" y="302281"/>
                  <a:pt x="207995" y="302281"/>
                </a:cubicBezTo>
                <a:lnTo>
                  <a:pt x="94640" y="302281"/>
                </a:lnTo>
                <a:cubicBezTo>
                  <a:pt x="84190" y="302281"/>
                  <a:pt x="75747" y="293838"/>
                  <a:pt x="75747" y="283388"/>
                </a:cubicBezTo>
                <a:cubicBezTo>
                  <a:pt x="75747" y="272938"/>
                  <a:pt x="84190" y="264496"/>
                  <a:pt x="94640" y="264496"/>
                </a:cubicBezTo>
                <a:lnTo>
                  <a:pt x="132425" y="264496"/>
                </a:lnTo>
                <a:lnTo>
                  <a:pt x="132425" y="221338"/>
                </a:lnTo>
                <a:cubicBezTo>
                  <a:pt x="122979" y="216792"/>
                  <a:pt x="111230" y="208350"/>
                  <a:pt x="99776" y="192822"/>
                </a:cubicBezTo>
                <a:cubicBezTo>
                  <a:pt x="88913" y="189988"/>
                  <a:pt x="77105" y="185678"/>
                  <a:pt x="65593" y="179184"/>
                </a:cubicBezTo>
                <a:cubicBezTo>
                  <a:pt x="33652" y="161295"/>
                  <a:pt x="4841" y="127584"/>
                  <a:pt x="708" y="67069"/>
                </a:cubicBezTo>
                <a:cubicBezTo>
                  <a:pt x="-413" y="50479"/>
                  <a:pt x="13107" y="37726"/>
                  <a:pt x="28516" y="37726"/>
                </a:cubicBezTo>
                <a:lnTo>
                  <a:pt x="57799" y="37726"/>
                </a:lnTo>
                <a:cubicBezTo>
                  <a:pt x="57622" y="34656"/>
                  <a:pt x="57504" y="31586"/>
                  <a:pt x="57386" y="28398"/>
                </a:cubicBezTo>
                <a:cubicBezTo>
                  <a:pt x="56796" y="12752"/>
                  <a:pt x="69548" y="-59"/>
                  <a:pt x="85194" y="-59"/>
                </a:cubicBezTo>
                <a:close/>
                <a:moveTo>
                  <a:pt x="59925" y="66124"/>
                </a:moveTo>
                <a:lnTo>
                  <a:pt x="28988" y="66124"/>
                </a:lnTo>
                <a:cubicBezTo>
                  <a:pt x="32649" y="116130"/>
                  <a:pt x="55615" y="141163"/>
                  <a:pt x="79290" y="154447"/>
                </a:cubicBezTo>
                <a:cubicBezTo>
                  <a:pt x="70788" y="132425"/>
                  <a:pt x="63762" y="103673"/>
                  <a:pt x="59925" y="66124"/>
                </a:cubicBezTo>
                <a:close/>
                <a:moveTo>
                  <a:pt x="224349" y="151613"/>
                </a:moveTo>
                <a:cubicBezTo>
                  <a:pt x="248260" y="137561"/>
                  <a:pt x="269868" y="112588"/>
                  <a:pt x="273529" y="66124"/>
                </a:cubicBezTo>
                <a:lnTo>
                  <a:pt x="242651" y="66124"/>
                </a:lnTo>
                <a:cubicBezTo>
                  <a:pt x="238991" y="102079"/>
                  <a:pt x="232379" y="130004"/>
                  <a:pt x="224349" y="151613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618883" y="1618885"/>
            <a:ext cx="3232727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du Projet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8883" y="1988340"/>
            <a:ext cx="3190744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au service de la musique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279" y="2525728"/>
            <a:ext cx="7263140" cy="82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projet démontre </a:t>
            </a:r>
            <a:pPr>
              <a:lnSpc>
                <a:spcPct val="140000"/>
              </a:lnSpc>
            </a:pPr>
            <a:r>
              <a:rPr lang="en-US" sz="1322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 le machine learning peut améliorer significativement la découverte musicale</a:t>
            </a:r>
            <a:pPr>
              <a:lnSpc>
                <a:spcPct val="140000"/>
              </a:lnSpc>
            </a:pPr>
            <a:r>
              <a:rPr lang="en-US" sz="132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combinant intelligemment analyse de données, visualisation interactive et recommandations personnalisées.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1279" y="3545926"/>
            <a:ext cx="2300694" cy="906843"/>
          </a:xfrm>
          <a:custGeom>
            <a:avLst/>
            <a:gdLst/>
            <a:ahLst/>
            <a:cxnLst/>
            <a:rect l="l" t="t" r="r" b="b"/>
            <a:pathLst>
              <a:path w="2300694" h="906843">
                <a:moveTo>
                  <a:pt x="100759" y="0"/>
                </a:moveTo>
                <a:lnTo>
                  <a:pt x="2199935" y="0"/>
                </a:lnTo>
                <a:cubicBezTo>
                  <a:pt x="2255583" y="0"/>
                  <a:pt x="2300694" y="45111"/>
                  <a:pt x="2300694" y="100759"/>
                </a:cubicBezTo>
                <a:lnTo>
                  <a:pt x="2300694" y="806084"/>
                </a:lnTo>
                <a:cubicBezTo>
                  <a:pt x="2300694" y="861731"/>
                  <a:pt x="2255583" y="906843"/>
                  <a:pt x="2199935" y="906843"/>
                </a:cubicBezTo>
                <a:lnTo>
                  <a:pt x="100759" y="906843"/>
                </a:lnTo>
                <a:cubicBezTo>
                  <a:pt x="45111" y="906843"/>
                  <a:pt x="0" y="861731"/>
                  <a:pt x="0" y="806084"/>
                </a:cubicBezTo>
                <a:lnTo>
                  <a:pt x="0" y="100759"/>
                </a:lnTo>
                <a:cubicBezTo>
                  <a:pt x="0" y="45149"/>
                  <a:pt x="45149" y="0"/>
                  <a:pt x="10075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3643" y="3713860"/>
            <a:ext cx="2115967" cy="335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0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25" y="4116902"/>
            <a:ext cx="2023603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Piliers clés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630" y="3545926"/>
            <a:ext cx="2300694" cy="906843"/>
          </a:xfrm>
          <a:custGeom>
            <a:avLst/>
            <a:gdLst/>
            <a:ahLst/>
            <a:cxnLst/>
            <a:rect l="l" t="t" r="r" b="b"/>
            <a:pathLst>
              <a:path w="2300694" h="906843">
                <a:moveTo>
                  <a:pt x="100759" y="0"/>
                </a:moveTo>
                <a:lnTo>
                  <a:pt x="2199935" y="0"/>
                </a:lnTo>
                <a:cubicBezTo>
                  <a:pt x="2255583" y="0"/>
                  <a:pt x="2300694" y="45111"/>
                  <a:pt x="2300694" y="100759"/>
                </a:cubicBezTo>
                <a:lnTo>
                  <a:pt x="2300694" y="806084"/>
                </a:lnTo>
                <a:cubicBezTo>
                  <a:pt x="2300694" y="861731"/>
                  <a:pt x="2255583" y="906843"/>
                  <a:pt x="2199935" y="906843"/>
                </a:cubicBezTo>
                <a:lnTo>
                  <a:pt x="100759" y="906843"/>
                </a:lnTo>
                <a:cubicBezTo>
                  <a:pt x="45111" y="906843"/>
                  <a:pt x="0" y="861731"/>
                  <a:pt x="0" y="806084"/>
                </a:cubicBezTo>
                <a:lnTo>
                  <a:pt x="0" y="100759"/>
                </a:lnTo>
                <a:cubicBezTo>
                  <a:pt x="0" y="45149"/>
                  <a:pt x="45149" y="0"/>
                  <a:pt x="10075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140993" y="3713860"/>
            <a:ext cx="2115967" cy="335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87175" y="4116902"/>
            <a:ext cx="2023603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Algorithmes ML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5980" y="3545926"/>
            <a:ext cx="2300694" cy="906843"/>
          </a:xfrm>
          <a:custGeom>
            <a:avLst/>
            <a:gdLst/>
            <a:ahLst/>
            <a:cxnLst/>
            <a:rect l="l" t="t" r="r" b="b"/>
            <a:pathLst>
              <a:path w="2300694" h="906843">
                <a:moveTo>
                  <a:pt x="100759" y="0"/>
                </a:moveTo>
                <a:lnTo>
                  <a:pt x="2199935" y="0"/>
                </a:lnTo>
                <a:cubicBezTo>
                  <a:pt x="2255583" y="0"/>
                  <a:pt x="2300694" y="45111"/>
                  <a:pt x="2300694" y="100759"/>
                </a:cubicBezTo>
                <a:lnTo>
                  <a:pt x="2300694" y="806084"/>
                </a:lnTo>
                <a:cubicBezTo>
                  <a:pt x="2300694" y="861731"/>
                  <a:pt x="2255583" y="906843"/>
                  <a:pt x="2199935" y="906843"/>
                </a:cubicBezTo>
                <a:lnTo>
                  <a:pt x="100759" y="906843"/>
                </a:lnTo>
                <a:cubicBezTo>
                  <a:pt x="45111" y="906843"/>
                  <a:pt x="0" y="861731"/>
                  <a:pt x="0" y="806084"/>
                </a:cubicBezTo>
                <a:lnTo>
                  <a:pt x="0" y="100759"/>
                </a:lnTo>
                <a:cubicBezTo>
                  <a:pt x="0" y="45149"/>
                  <a:pt x="45149" y="0"/>
                  <a:pt x="10075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578344" y="3713860"/>
            <a:ext cx="2115967" cy="335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0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4526" y="4116902"/>
            <a:ext cx="2023603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9226" y="4933059"/>
            <a:ext cx="2458552" cy="1719643"/>
          </a:xfrm>
          <a:custGeom>
            <a:avLst/>
            <a:gdLst/>
            <a:ahLst/>
            <a:cxnLst/>
            <a:rect l="l" t="t" r="r" b="b"/>
            <a:pathLst>
              <a:path w="2458552" h="1719643">
                <a:moveTo>
                  <a:pt x="134356" y="0"/>
                </a:moveTo>
                <a:lnTo>
                  <a:pt x="2324196" y="0"/>
                </a:lnTo>
                <a:cubicBezTo>
                  <a:pt x="2398399" y="0"/>
                  <a:pt x="2458552" y="60153"/>
                  <a:pt x="2458552" y="134356"/>
                </a:cubicBezTo>
                <a:lnTo>
                  <a:pt x="2458552" y="1585287"/>
                </a:lnTo>
                <a:cubicBezTo>
                  <a:pt x="2458552" y="1659490"/>
                  <a:pt x="2398399" y="1719643"/>
                  <a:pt x="2324196" y="1719643"/>
                </a:cubicBezTo>
                <a:lnTo>
                  <a:pt x="134356" y="1719643"/>
                </a:lnTo>
                <a:cubicBezTo>
                  <a:pt x="60153" y="1719643"/>
                  <a:pt x="0" y="1659490"/>
                  <a:pt x="0" y="1585287"/>
                </a:cubicBezTo>
                <a:lnTo>
                  <a:pt x="0" y="134356"/>
                </a:lnTo>
                <a:cubicBezTo>
                  <a:pt x="0" y="60203"/>
                  <a:pt x="60203" y="0"/>
                  <a:pt x="13435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106" y="5137936"/>
            <a:ext cx="470215" cy="470215"/>
          </a:xfrm>
          <a:custGeom>
            <a:avLst/>
            <a:gdLst/>
            <a:ahLst/>
            <a:cxnLst/>
            <a:rect l="l" t="t" r="r" b="b"/>
            <a:pathLst>
              <a:path w="470215" h="470215">
                <a:moveTo>
                  <a:pt x="100762" y="0"/>
                </a:moveTo>
                <a:lnTo>
                  <a:pt x="369453" y="0"/>
                </a:lnTo>
                <a:cubicBezTo>
                  <a:pt x="425102" y="0"/>
                  <a:pt x="470215" y="45113"/>
                  <a:pt x="470215" y="100762"/>
                </a:cubicBezTo>
                <a:lnTo>
                  <a:pt x="470215" y="369453"/>
                </a:lnTo>
                <a:cubicBezTo>
                  <a:pt x="470215" y="425102"/>
                  <a:pt x="425102" y="470215"/>
                  <a:pt x="369453" y="470215"/>
                </a:cubicBezTo>
                <a:lnTo>
                  <a:pt x="100762" y="470215"/>
                </a:lnTo>
                <a:cubicBezTo>
                  <a:pt x="45113" y="470215"/>
                  <a:pt x="0" y="425102"/>
                  <a:pt x="0" y="369453"/>
                </a:cubicBezTo>
                <a:lnTo>
                  <a:pt x="0" y="100762"/>
                </a:lnTo>
                <a:cubicBezTo>
                  <a:pt x="0" y="45150"/>
                  <a:pt x="45150" y="0"/>
                  <a:pt x="100762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1048" y="5272283"/>
            <a:ext cx="176331" cy="201521"/>
          </a:xfrm>
          <a:custGeom>
            <a:avLst/>
            <a:gdLst/>
            <a:ahLst/>
            <a:cxnLst/>
            <a:rect l="l" t="t" r="r" b="b"/>
            <a:pathLst>
              <a:path w="176331" h="201521">
                <a:moveTo>
                  <a:pt x="176331" y="81002"/>
                </a:moveTo>
                <a:cubicBezTo>
                  <a:pt x="170505" y="84859"/>
                  <a:pt x="163814" y="87968"/>
                  <a:pt x="156848" y="90448"/>
                </a:cubicBezTo>
                <a:cubicBezTo>
                  <a:pt x="138349" y="97061"/>
                  <a:pt x="114064" y="100760"/>
                  <a:pt x="88165" y="100760"/>
                </a:cubicBezTo>
                <a:cubicBezTo>
                  <a:pt x="62267" y="100760"/>
                  <a:pt x="37943" y="97021"/>
                  <a:pt x="19483" y="90448"/>
                </a:cubicBezTo>
                <a:cubicBezTo>
                  <a:pt x="12556" y="87968"/>
                  <a:pt x="5825" y="84859"/>
                  <a:pt x="0" y="81002"/>
                </a:cubicBezTo>
                <a:lnTo>
                  <a:pt x="0" y="113355"/>
                </a:lnTo>
                <a:cubicBezTo>
                  <a:pt x="0" y="130752"/>
                  <a:pt x="39478" y="144843"/>
                  <a:pt x="88165" y="144843"/>
                </a:cubicBezTo>
                <a:cubicBezTo>
                  <a:pt x="136853" y="144843"/>
                  <a:pt x="176331" y="130752"/>
                  <a:pt x="176331" y="113355"/>
                </a:cubicBezTo>
                <a:lnTo>
                  <a:pt x="176331" y="81002"/>
                </a:lnTo>
                <a:close/>
                <a:moveTo>
                  <a:pt x="176331" y="50380"/>
                </a:moveTo>
                <a:lnTo>
                  <a:pt x="176331" y="31488"/>
                </a:lnTo>
                <a:cubicBezTo>
                  <a:pt x="176331" y="14091"/>
                  <a:pt x="136853" y="0"/>
                  <a:pt x="88165" y="0"/>
                </a:cubicBezTo>
                <a:cubicBezTo>
                  <a:pt x="39478" y="0"/>
                  <a:pt x="0" y="14091"/>
                  <a:pt x="0" y="31488"/>
                </a:cubicBezTo>
                <a:lnTo>
                  <a:pt x="0" y="50380"/>
                </a:lnTo>
                <a:cubicBezTo>
                  <a:pt x="0" y="67777"/>
                  <a:pt x="39478" y="81868"/>
                  <a:pt x="88165" y="81868"/>
                </a:cubicBezTo>
                <a:cubicBezTo>
                  <a:pt x="136853" y="81868"/>
                  <a:pt x="176331" y="67777"/>
                  <a:pt x="176331" y="50380"/>
                </a:cubicBezTo>
                <a:close/>
                <a:moveTo>
                  <a:pt x="156848" y="153423"/>
                </a:moveTo>
                <a:cubicBezTo>
                  <a:pt x="138388" y="159996"/>
                  <a:pt x="114103" y="163736"/>
                  <a:pt x="88165" y="163736"/>
                </a:cubicBezTo>
                <a:cubicBezTo>
                  <a:pt x="62227" y="163736"/>
                  <a:pt x="37943" y="159996"/>
                  <a:pt x="19483" y="153423"/>
                </a:cubicBezTo>
                <a:cubicBezTo>
                  <a:pt x="12556" y="150944"/>
                  <a:pt x="5825" y="147834"/>
                  <a:pt x="0" y="143977"/>
                </a:cubicBezTo>
                <a:lnTo>
                  <a:pt x="0" y="170033"/>
                </a:lnTo>
                <a:cubicBezTo>
                  <a:pt x="0" y="187430"/>
                  <a:pt x="39478" y="201521"/>
                  <a:pt x="88165" y="201521"/>
                </a:cubicBezTo>
                <a:cubicBezTo>
                  <a:pt x="136853" y="201521"/>
                  <a:pt x="176331" y="187430"/>
                  <a:pt x="176331" y="170033"/>
                </a:cubicBezTo>
                <a:lnTo>
                  <a:pt x="176331" y="143977"/>
                </a:lnTo>
                <a:cubicBezTo>
                  <a:pt x="170505" y="147834"/>
                  <a:pt x="163814" y="150944"/>
                  <a:pt x="156848" y="153423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3" name="Text 21"/>
          <p:cNvSpPr/>
          <p:nvPr/>
        </p:nvSpPr>
        <p:spPr>
          <a:xfrm>
            <a:off x="544106" y="5742498"/>
            <a:ext cx="2132760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Analyse de Données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106" y="6044779"/>
            <a:ext cx="2115967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Exploitation intelligente des caractéristiques audio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71380" y="4933059"/>
            <a:ext cx="2458552" cy="1719643"/>
          </a:xfrm>
          <a:custGeom>
            <a:avLst/>
            <a:gdLst/>
            <a:ahLst/>
            <a:cxnLst/>
            <a:rect l="l" t="t" r="r" b="b"/>
            <a:pathLst>
              <a:path w="2458552" h="1719643">
                <a:moveTo>
                  <a:pt x="134356" y="0"/>
                </a:moveTo>
                <a:lnTo>
                  <a:pt x="2324196" y="0"/>
                </a:lnTo>
                <a:cubicBezTo>
                  <a:pt x="2398399" y="0"/>
                  <a:pt x="2458552" y="60153"/>
                  <a:pt x="2458552" y="134356"/>
                </a:cubicBezTo>
                <a:lnTo>
                  <a:pt x="2458552" y="1585287"/>
                </a:lnTo>
                <a:cubicBezTo>
                  <a:pt x="2458552" y="1659490"/>
                  <a:pt x="2398399" y="1719643"/>
                  <a:pt x="2324196" y="1719643"/>
                </a:cubicBezTo>
                <a:lnTo>
                  <a:pt x="134356" y="1719643"/>
                </a:lnTo>
                <a:cubicBezTo>
                  <a:pt x="60153" y="1719643"/>
                  <a:pt x="0" y="1659490"/>
                  <a:pt x="0" y="1585287"/>
                </a:cubicBezTo>
                <a:lnTo>
                  <a:pt x="0" y="134356"/>
                </a:lnTo>
                <a:cubicBezTo>
                  <a:pt x="0" y="60203"/>
                  <a:pt x="60203" y="0"/>
                  <a:pt x="13435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6259" y="5137936"/>
            <a:ext cx="470215" cy="470215"/>
          </a:xfrm>
          <a:custGeom>
            <a:avLst/>
            <a:gdLst/>
            <a:ahLst/>
            <a:cxnLst/>
            <a:rect l="l" t="t" r="r" b="b"/>
            <a:pathLst>
              <a:path w="470215" h="470215">
                <a:moveTo>
                  <a:pt x="100762" y="0"/>
                </a:moveTo>
                <a:lnTo>
                  <a:pt x="369453" y="0"/>
                </a:lnTo>
                <a:cubicBezTo>
                  <a:pt x="425102" y="0"/>
                  <a:pt x="470215" y="45113"/>
                  <a:pt x="470215" y="100762"/>
                </a:cubicBezTo>
                <a:lnTo>
                  <a:pt x="470215" y="369453"/>
                </a:lnTo>
                <a:cubicBezTo>
                  <a:pt x="470215" y="425102"/>
                  <a:pt x="425102" y="470215"/>
                  <a:pt x="369453" y="470215"/>
                </a:cubicBezTo>
                <a:lnTo>
                  <a:pt x="100762" y="470215"/>
                </a:lnTo>
                <a:cubicBezTo>
                  <a:pt x="45113" y="470215"/>
                  <a:pt x="0" y="425102"/>
                  <a:pt x="0" y="369453"/>
                </a:cubicBezTo>
                <a:lnTo>
                  <a:pt x="0" y="100762"/>
                </a:lnTo>
                <a:cubicBezTo>
                  <a:pt x="0" y="45150"/>
                  <a:pt x="45150" y="0"/>
                  <a:pt x="100762" y="0"/>
                </a:cubicBez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98012" y="5272283"/>
            <a:ext cx="226711" cy="201521"/>
          </a:xfrm>
          <a:custGeom>
            <a:avLst/>
            <a:gdLst/>
            <a:ahLst/>
            <a:cxnLst/>
            <a:rect l="l" t="t" r="r" b="b"/>
            <a:pathLst>
              <a:path w="226711" h="201521">
                <a:moveTo>
                  <a:pt x="201678" y="94463"/>
                </a:moveTo>
                <a:lnTo>
                  <a:pt x="132405" y="94463"/>
                </a:lnTo>
                <a:cubicBezTo>
                  <a:pt x="125439" y="94463"/>
                  <a:pt x="119810" y="88834"/>
                  <a:pt x="119810" y="81868"/>
                </a:cubicBezTo>
                <a:lnTo>
                  <a:pt x="119810" y="12595"/>
                </a:lnTo>
                <a:cubicBezTo>
                  <a:pt x="119810" y="5628"/>
                  <a:pt x="125478" y="-79"/>
                  <a:pt x="132366" y="827"/>
                </a:cubicBezTo>
                <a:cubicBezTo>
                  <a:pt x="174481" y="6416"/>
                  <a:pt x="207858" y="39792"/>
                  <a:pt x="213447" y="81907"/>
                </a:cubicBezTo>
                <a:cubicBezTo>
                  <a:pt x="214352" y="88795"/>
                  <a:pt x="208645" y="94463"/>
                  <a:pt x="201678" y="94463"/>
                </a:cubicBezTo>
                <a:close/>
                <a:moveTo>
                  <a:pt x="87614" y="14642"/>
                </a:moveTo>
                <a:cubicBezTo>
                  <a:pt x="94738" y="13146"/>
                  <a:pt x="100918" y="18971"/>
                  <a:pt x="100918" y="26253"/>
                </a:cubicBezTo>
                <a:lnTo>
                  <a:pt x="100918" y="103909"/>
                </a:lnTo>
                <a:cubicBezTo>
                  <a:pt x="100918" y="106113"/>
                  <a:pt x="101705" y="108239"/>
                  <a:pt x="103083" y="109931"/>
                </a:cubicBezTo>
                <a:lnTo>
                  <a:pt x="155076" y="172670"/>
                </a:lnTo>
                <a:cubicBezTo>
                  <a:pt x="159682" y="178220"/>
                  <a:pt x="158698" y="186603"/>
                  <a:pt x="152361" y="190028"/>
                </a:cubicBezTo>
                <a:cubicBezTo>
                  <a:pt x="138939" y="197349"/>
                  <a:pt x="123549" y="201521"/>
                  <a:pt x="107215" y="201521"/>
                </a:cubicBezTo>
                <a:cubicBezTo>
                  <a:pt x="55064" y="201521"/>
                  <a:pt x="12752" y="159209"/>
                  <a:pt x="12752" y="107058"/>
                </a:cubicBezTo>
                <a:cubicBezTo>
                  <a:pt x="12752" y="61598"/>
                  <a:pt x="44830" y="23655"/>
                  <a:pt x="87614" y="14642"/>
                </a:cubicBezTo>
                <a:close/>
                <a:moveTo>
                  <a:pt x="188060" y="113355"/>
                </a:moveTo>
                <a:lnTo>
                  <a:pt x="213250" y="113355"/>
                </a:lnTo>
                <a:cubicBezTo>
                  <a:pt x="220531" y="113355"/>
                  <a:pt x="226357" y="119535"/>
                  <a:pt x="224861" y="126659"/>
                </a:cubicBezTo>
                <a:cubicBezTo>
                  <a:pt x="220846" y="145709"/>
                  <a:pt x="211085" y="162633"/>
                  <a:pt x="197467" y="175543"/>
                </a:cubicBezTo>
                <a:cubicBezTo>
                  <a:pt x="192625" y="180148"/>
                  <a:pt x="185029" y="179164"/>
                  <a:pt x="180778" y="174008"/>
                </a:cubicBezTo>
                <a:lnTo>
                  <a:pt x="147559" y="133980"/>
                </a:lnTo>
                <a:cubicBezTo>
                  <a:pt x="140750" y="125754"/>
                  <a:pt x="146614" y="113355"/>
                  <a:pt x="157241" y="113355"/>
                </a:cubicBezTo>
                <a:lnTo>
                  <a:pt x="188020" y="11335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3176259" y="5742498"/>
            <a:ext cx="2132760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176259" y="6044779"/>
            <a:ext cx="2115967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Graphiques interactifs et insights visuels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3534" y="4933059"/>
            <a:ext cx="2458552" cy="1719643"/>
          </a:xfrm>
          <a:custGeom>
            <a:avLst/>
            <a:gdLst/>
            <a:ahLst/>
            <a:cxnLst/>
            <a:rect l="l" t="t" r="r" b="b"/>
            <a:pathLst>
              <a:path w="2458552" h="1719643">
                <a:moveTo>
                  <a:pt x="134356" y="0"/>
                </a:moveTo>
                <a:lnTo>
                  <a:pt x="2324196" y="0"/>
                </a:lnTo>
                <a:cubicBezTo>
                  <a:pt x="2398399" y="0"/>
                  <a:pt x="2458552" y="60153"/>
                  <a:pt x="2458552" y="134356"/>
                </a:cubicBezTo>
                <a:lnTo>
                  <a:pt x="2458552" y="1585287"/>
                </a:lnTo>
                <a:cubicBezTo>
                  <a:pt x="2458552" y="1659490"/>
                  <a:pt x="2398399" y="1719643"/>
                  <a:pt x="2324196" y="1719643"/>
                </a:cubicBezTo>
                <a:lnTo>
                  <a:pt x="134356" y="1719643"/>
                </a:lnTo>
                <a:cubicBezTo>
                  <a:pt x="60153" y="1719643"/>
                  <a:pt x="0" y="1659490"/>
                  <a:pt x="0" y="1585287"/>
                </a:cubicBezTo>
                <a:lnTo>
                  <a:pt x="0" y="134356"/>
                </a:lnTo>
                <a:cubicBezTo>
                  <a:pt x="0" y="60203"/>
                  <a:pt x="60203" y="0"/>
                  <a:pt x="13435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016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8413" y="5137936"/>
            <a:ext cx="470215" cy="470215"/>
          </a:xfrm>
          <a:custGeom>
            <a:avLst/>
            <a:gdLst/>
            <a:ahLst/>
            <a:cxnLst/>
            <a:rect l="l" t="t" r="r" b="b"/>
            <a:pathLst>
              <a:path w="470215" h="470215">
                <a:moveTo>
                  <a:pt x="100762" y="0"/>
                </a:moveTo>
                <a:lnTo>
                  <a:pt x="369453" y="0"/>
                </a:lnTo>
                <a:cubicBezTo>
                  <a:pt x="425102" y="0"/>
                  <a:pt x="470215" y="45113"/>
                  <a:pt x="470215" y="100762"/>
                </a:cubicBezTo>
                <a:lnTo>
                  <a:pt x="470215" y="369453"/>
                </a:lnTo>
                <a:cubicBezTo>
                  <a:pt x="470215" y="425102"/>
                  <a:pt x="425102" y="470215"/>
                  <a:pt x="369453" y="470215"/>
                </a:cubicBezTo>
                <a:lnTo>
                  <a:pt x="100762" y="470215"/>
                </a:lnTo>
                <a:cubicBezTo>
                  <a:pt x="45113" y="470215"/>
                  <a:pt x="0" y="425102"/>
                  <a:pt x="0" y="369453"/>
                </a:cubicBezTo>
                <a:lnTo>
                  <a:pt x="0" y="100762"/>
                </a:lnTo>
                <a:cubicBezTo>
                  <a:pt x="0" y="45150"/>
                  <a:pt x="45150" y="0"/>
                  <a:pt x="100762" y="0"/>
                </a:cubicBezTo>
                <a:close/>
              </a:path>
            </a:pathLst>
          </a:custGeom>
          <a:solidFill>
            <a:srgbClr val="1DB954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42760" y="5272283"/>
            <a:ext cx="201521" cy="201521"/>
          </a:xfrm>
          <a:custGeom>
            <a:avLst/>
            <a:gdLst/>
            <a:ahLst/>
            <a:cxnLst/>
            <a:rect l="l" t="t" r="r" b="b"/>
            <a:pathLst>
              <a:path w="201521" h="201521">
                <a:moveTo>
                  <a:pt x="156848" y="4802"/>
                </a:moveTo>
                <a:lnTo>
                  <a:pt x="122133" y="39517"/>
                </a:lnTo>
                <a:lnTo>
                  <a:pt x="162004" y="79388"/>
                </a:lnTo>
                <a:lnTo>
                  <a:pt x="196719" y="44673"/>
                </a:lnTo>
                <a:cubicBezTo>
                  <a:pt x="199789" y="41564"/>
                  <a:pt x="201521" y="37392"/>
                  <a:pt x="201521" y="33062"/>
                </a:cubicBezTo>
                <a:cubicBezTo>
                  <a:pt x="201521" y="28732"/>
                  <a:pt x="199789" y="24560"/>
                  <a:pt x="196719" y="21451"/>
                </a:cubicBezTo>
                <a:lnTo>
                  <a:pt x="180070" y="4802"/>
                </a:lnTo>
                <a:cubicBezTo>
                  <a:pt x="176960" y="1732"/>
                  <a:pt x="172788" y="0"/>
                  <a:pt x="168459" y="0"/>
                </a:cubicBezTo>
                <a:cubicBezTo>
                  <a:pt x="164129" y="0"/>
                  <a:pt x="159957" y="1732"/>
                  <a:pt x="156848" y="4802"/>
                </a:cubicBezTo>
                <a:close/>
                <a:moveTo>
                  <a:pt x="108790" y="52860"/>
                </a:moveTo>
                <a:lnTo>
                  <a:pt x="4802" y="156848"/>
                </a:lnTo>
                <a:cubicBezTo>
                  <a:pt x="1732" y="159957"/>
                  <a:pt x="0" y="164129"/>
                  <a:pt x="0" y="168459"/>
                </a:cubicBezTo>
                <a:cubicBezTo>
                  <a:pt x="0" y="172788"/>
                  <a:pt x="1732" y="176960"/>
                  <a:pt x="4802" y="180070"/>
                </a:cubicBezTo>
                <a:lnTo>
                  <a:pt x="21451" y="196719"/>
                </a:lnTo>
                <a:cubicBezTo>
                  <a:pt x="24560" y="199789"/>
                  <a:pt x="28732" y="201521"/>
                  <a:pt x="33062" y="201521"/>
                </a:cubicBezTo>
                <a:cubicBezTo>
                  <a:pt x="37392" y="201521"/>
                  <a:pt x="41564" y="199789"/>
                  <a:pt x="44673" y="196719"/>
                </a:cubicBezTo>
                <a:lnTo>
                  <a:pt x="148661" y="92731"/>
                </a:lnTo>
                <a:lnTo>
                  <a:pt x="108790" y="5286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3" name="Text 31"/>
          <p:cNvSpPr/>
          <p:nvPr/>
        </p:nvSpPr>
        <p:spPr>
          <a:xfrm>
            <a:off x="5808413" y="5742498"/>
            <a:ext cx="2132760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8413" y="6044779"/>
            <a:ext cx="2115967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Suggestions personnalisées basées sur l'IA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6553" y="1762888"/>
            <a:ext cx="3516536" cy="4372998"/>
          </a:xfrm>
          <a:custGeom>
            <a:avLst/>
            <a:gdLst/>
            <a:ahLst/>
            <a:cxnLst/>
            <a:rect l="l" t="t" r="r" b="b"/>
            <a:pathLst>
              <a:path w="3516536" h="4372998">
                <a:moveTo>
                  <a:pt x="201533" y="0"/>
                </a:moveTo>
                <a:lnTo>
                  <a:pt x="3315003" y="0"/>
                </a:lnTo>
                <a:cubicBezTo>
                  <a:pt x="3426306" y="0"/>
                  <a:pt x="3516536" y="90229"/>
                  <a:pt x="3516536" y="201533"/>
                </a:cubicBezTo>
                <a:lnTo>
                  <a:pt x="3516536" y="4171466"/>
                </a:lnTo>
                <a:cubicBezTo>
                  <a:pt x="3516536" y="4282769"/>
                  <a:pt x="3426306" y="4372998"/>
                  <a:pt x="3315003" y="4372998"/>
                </a:cubicBezTo>
                <a:lnTo>
                  <a:pt x="201533" y="4372998"/>
                </a:lnTo>
                <a:cubicBezTo>
                  <a:pt x="90229" y="4372998"/>
                  <a:pt x="0" y="4282769"/>
                  <a:pt x="0" y="4171466"/>
                </a:cubicBezTo>
                <a:lnTo>
                  <a:pt x="0" y="201533"/>
                </a:lnTo>
                <a:cubicBezTo>
                  <a:pt x="0" y="90304"/>
                  <a:pt x="90304" y="0"/>
                  <a:pt x="20153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58226" y="2034940"/>
            <a:ext cx="3073190" cy="268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Bénéfices Utilisateurs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08606" y="2505048"/>
            <a:ext cx="2972430" cy="738909"/>
          </a:xfrm>
          <a:custGeom>
            <a:avLst/>
            <a:gdLst/>
            <a:ahLst/>
            <a:cxnLst/>
            <a:rect l="l" t="t" r="r" b="b"/>
            <a:pathLst>
              <a:path w="2972430" h="738909">
                <a:moveTo>
                  <a:pt x="100758" y="0"/>
                </a:moveTo>
                <a:lnTo>
                  <a:pt x="2871672" y="0"/>
                </a:lnTo>
                <a:cubicBezTo>
                  <a:pt x="2927319" y="0"/>
                  <a:pt x="2972430" y="45111"/>
                  <a:pt x="2972430" y="100758"/>
                </a:cubicBezTo>
                <a:lnTo>
                  <a:pt x="2972430" y="638151"/>
                </a:lnTo>
                <a:cubicBezTo>
                  <a:pt x="2972430" y="693798"/>
                  <a:pt x="2927319" y="738909"/>
                  <a:pt x="2871672" y="738909"/>
                </a:cubicBezTo>
                <a:lnTo>
                  <a:pt x="100758" y="738909"/>
                </a:lnTo>
                <a:cubicBezTo>
                  <a:pt x="45111" y="738909"/>
                  <a:pt x="0" y="693798"/>
                  <a:pt x="0" y="638151"/>
                </a:cubicBezTo>
                <a:lnTo>
                  <a:pt x="0" y="100758"/>
                </a:lnTo>
                <a:cubicBezTo>
                  <a:pt x="0" y="45148"/>
                  <a:pt x="45148" y="0"/>
                  <a:pt x="10075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76540" y="2672982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67175" y="0"/>
                </a:moveTo>
                <a:lnTo>
                  <a:pt x="335866" y="0"/>
                </a:lnTo>
                <a:cubicBezTo>
                  <a:pt x="372941" y="0"/>
                  <a:pt x="403041" y="30100"/>
                  <a:pt x="403041" y="67175"/>
                </a:cubicBezTo>
                <a:lnTo>
                  <a:pt x="403041" y="335866"/>
                </a:lnTo>
                <a:cubicBezTo>
                  <a:pt x="403041" y="372941"/>
                  <a:pt x="372941" y="403041"/>
                  <a:pt x="335866" y="403041"/>
                </a:cubicBezTo>
                <a:lnTo>
                  <a:pt x="67175" y="403041"/>
                </a:lnTo>
                <a:cubicBezTo>
                  <a:pt x="30100" y="403041"/>
                  <a:pt x="0" y="372941"/>
                  <a:pt x="0" y="335866"/>
                </a:cubicBezTo>
                <a:lnTo>
                  <a:pt x="0" y="67175"/>
                </a:lnTo>
                <a:cubicBezTo>
                  <a:pt x="0" y="30100"/>
                  <a:pt x="30100" y="0"/>
                  <a:pt x="67175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9" name="Shape 37"/>
          <p:cNvSpPr/>
          <p:nvPr/>
        </p:nvSpPr>
        <p:spPr>
          <a:xfrm>
            <a:off x="8894094" y="2790536"/>
            <a:ext cx="167934" cy="167934"/>
          </a:xfrm>
          <a:custGeom>
            <a:avLst/>
            <a:gdLst/>
            <a:ahLst/>
            <a:cxnLst/>
            <a:rect l="l" t="t" r="r" b="b"/>
            <a:pathLst>
              <a:path w="167934" h="167934">
                <a:moveTo>
                  <a:pt x="83967" y="0"/>
                </a:moveTo>
                <a:cubicBezTo>
                  <a:pt x="130310" y="0"/>
                  <a:pt x="167934" y="37624"/>
                  <a:pt x="167934" y="83967"/>
                </a:cubicBezTo>
                <a:cubicBezTo>
                  <a:pt x="167934" y="130310"/>
                  <a:pt x="130310" y="167934"/>
                  <a:pt x="83967" y="167934"/>
                </a:cubicBezTo>
                <a:cubicBezTo>
                  <a:pt x="37624" y="167934"/>
                  <a:pt x="0" y="130310"/>
                  <a:pt x="0" y="83967"/>
                </a:cubicBezTo>
                <a:cubicBezTo>
                  <a:pt x="0" y="37624"/>
                  <a:pt x="37624" y="0"/>
                  <a:pt x="83967" y="0"/>
                </a:cubicBezTo>
                <a:close/>
                <a:moveTo>
                  <a:pt x="76095" y="39360"/>
                </a:moveTo>
                <a:lnTo>
                  <a:pt x="76095" y="83967"/>
                </a:lnTo>
                <a:cubicBezTo>
                  <a:pt x="76095" y="86591"/>
                  <a:pt x="77407" y="89051"/>
                  <a:pt x="79605" y="90527"/>
                </a:cubicBezTo>
                <a:lnTo>
                  <a:pt x="111092" y="111519"/>
                </a:lnTo>
                <a:cubicBezTo>
                  <a:pt x="114700" y="113946"/>
                  <a:pt x="119587" y="112962"/>
                  <a:pt x="122014" y="109321"/>
                </a:cubicBezTo>
                <a:cubicBezTo>
                  <a:pt x="124442" y="105680"/>
                  <a:pt x="123458" y="100826"/>
                  <a:pt x="119817" y="98399"/>
                </a:cubicBezTo>
                <a:lnTo>
                  <a:pt x="91839" y="79769"/>
                </a:lnTo>
                <a:lnTo>
                  <a:pt x="91839" y="39360"/>
                </a:lnTo>
                <a:cubicBezTo>
                  <a:pt x="91839" y="34997"/>
                  <a:pt x="88329" y="31488"/>
                  <a:pt x="83967" y="31488"/>
                </a:cubicBezTo>
                <a:cubicBezTo>
                  <a:pt x="79605" y="31488"/>
                  <a:pt x="76095" y="34997"/>
                  <a:pt x="76095" y="3936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40" name="Text 38"/>
          <p:cNvSpPr/>
          <p:nvPr/>
        </p:nvSpPr>
        <p:spPr>
          <a:xfrm>
            <a:off x="9313929" y="2672982"/>
            <a:ext cx="2073983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Gain de Temps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13929" y="2908089"/>
            <a:ext cx="2065587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Découverte rapide de musique adaptée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08606" y="3378304"/>
            <a:ext cx="2972430" cy="738909"/>
          </a:xfrm>
          <a:custGeom>
            <a:avLst/>
            <a:gdLst/>
            <a:ahLst/>
            <a:cxnLst/>
            <a:rect l="l" t="t" r="r" b="b"/>
            <a:pathLst>
              <a:path w="2972430" h="738909">
                <a:moveTo>
                  <a:pt x="100758" y="0"/>
                </a:moveTo>
                <a:lnTo>
                  <a:pt x="2871672" y="0"/>
                </a:lnTo>
                <a:cubicBezTo>
                  <a:pt x="2927319" y="0"/>
                  <a:pt x="2972430" y="45111"/>
                  <a:pt x="2972430" y="100758"/>
                </a:cubicBezTo>
                <a:lnTo>
                  <a:pt x="2972430" y="638151"/>
                </a:lnTo>
                <a:cubicBezTo>
                  <a:pt x="2972430" y="693798"/>
                  <a:pt x="2927319" y="738909"/>
                  <a:pt x="2871672" y="738909"/>
                </a:cubicBezTo>
                <a:lnTo>
                  <a:pt x="100758" y="738909"/>
                </a:lnTo>
                <a:cubicBezTo>
                  <a:pt x="45111" y="738909"/>
                  <a:pt x="0" y="693798"/>
                  <a:pt x="0" y="638151"/>
                </a:cubicBezTo>
                <a:lnTo>
                  <a:pt x="0" y="100758"/>
                </a:lnTo>
                <a:cubicBezTo>
                  <a:pt x="0" y="45148"/>
                  <a:pt x="45148" y="0"/>
                  <a:pt x="10075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76540" y="3546238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67175" y="0"/>
                </a:moveTo>
                <a:lnTo>
                  <a:pt x="335866" y="0"/>
                </a:lnTo>
                <a:cubicBezTo>
                  <a:pt x="372941" y="0"/>
                  <a:pt x="403041" y="30100"/>
                  <a:pt x="403041" y="67175"/>
                </a:cubicBezTo>
                <a:lnTo>
                  <a:pt x="403041" y="335866"/>
                </a:lnTo>
                <a:cubicBezTo>
                  <a:pt x="403041" y="372941"/>
                  <a:pt x="372941" y="403041"/>
                  <a:pt x="335866" y="403041"/>
                </a:cubicBezTo>
                <a:lnTo>
                  <a:pt x="67175" y="403041"/>
                </a:lnTo>
                <a:cubicBezTo>
                  <a:pt x="30100" y="403041"/>
                  <a:pt x="0" y="372941"/>
                  <a:pt x="0" y="335866"/>
                </a:cubicBezTo>
                <a:lnTo>
                  <a:pt x="0" y="67175"/>
                </a:lnTo>
                <a:cubicBezTo>
                  <a:pt x="0" y="30100"/>
                  <a:pt x="30100" y="0"/>
                  <a:pt x="6717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Shape 42"/>
          <p:cNvSpPr/>
          <p:nvPr/>
        </p:nvSpPr>
        <p:spPr>
          <a:xfrm>
            <a:off x="8894094" y="3663792"/>
            <a:ext cx="167934" cy="167934"/>
          </a:xfrm>
          <a:custGeom>
            <a:avLst/>
            <a:gdLst/>
            <a:ahLst/>
            <a:cxnLst/>
            <a:rect l="l" t="t" r="r" b="b"/>
            <a:pathLst>
              <a:path w="167934" h="167934">
                <a:moveTo>
                  <a:pt x="79047" y="28568"/>
                </a:moveTo>
                <a:lnTo>
                  <a:pt x="83967" y="35358"/>
                </a:lnTo>
                <a:lnTo>
                  <a:pt x="88887" y="28568"/>
                </a:lnTo>
                <a:cubicBezTo>
                  <a:pt x="97087" y="17220"/>
                  <a:pt x="110272" y="10496"/>
                  <a:pt x="124278" y="10496"/>
                </a:cubicBezTo>
                <a:cubicBezTo>
                  <a:pt x="148385" y="10496"/>
                  <a:pt x="167934" y="30044"/>
                  <a:pt x="167934" y="54152"/>
                </a:cubicBezTo>
                <a:lnTo>
                  <a:pt x="167934" y="55005"/>
                </a:lnTo>
                <a:cubicBezTo>
                  <a:pt x="167934" y="91806"/>
                  <a:pt x="122047" y="134544"/>
                  <a:pt x="98104" y="152813"/>
                </a:cubicBezTo>
                <a:cubicBezTo>
                  <a:pt x="94036" y="155896"/>
                  <a:pt x="89051" y="157438"/>
                  <a:pt x="83967" y="157438"/>
                </a:cubicBezTo>
                <a:cubicBezTo>
                  <a:pt x="78883" y="157438"/>
                  <a:pt x="73865" y="155929"/>
                  <a:pt x="69830" y="152813"/>
                </a:cubicBezTo>
                <a:cubicBezTo>
                  <a:pt x="45887" y="134544"/>
                  <a:pt x="0" y="91806"/>
                  <a:pt x="0" y="55005"/>
                </a:cubicBezTo>
                <a:lnTo>
                  <a:pt x="0" y="54152"/>
                </a:lnTo>
                <a:cubicBezTo>
                  <a:pt x="0" y="30044"/>
                  <a:pt x="19549" y="10496"/>
                  <a:pt x="43656" y="10496"/>
                </a:cubicBezTo>
                <a:cubicBezTo>
                  <a:pt x="57662" y="10496"/>
                  <a:pt x="70847" y="17220"/>
                  <a:pt x="79047" y="285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313929" y="3546238"/>
            <a:ext cx="1796893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Personnalisation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13929" y="3781345"/>
            <a:ext cx="1788496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selon les goûts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08606" y="4251560"/>
            <a:ext cx="2972430" cy="738909"/>
          </a:xfrm>
          <a:custGeom>
            <a:avLst/>
            <a:gdLst/>
            <a:ahLst/>
            <a:cxnLst/>
            <a:rect l="l" t="t" r="r" b="b"/>
            <a:pathLst>
              <a:path w="2972430" h="738909">
                <a:moveTo>
                  <a:pt x="100758" y="0"/>
                </a:moveTo>
                <a:lnTo>
                  <a:pt x="2871672" y="0"/>
                </a:lnTo>
                <a:cubicBezTo>
                  <a:pt x="2927319" y="0"/>
                  <a:pt x="2972430" y="45111"/>
                  <a:pt x="2972430" y="100758"/>
                </a:cubicBezTo>
                <a:lnTo>
                  <a:pt x="2972430" y="638151"/>
                </a:lnTo>
                <a:cubicBezTo>
                  <a:pt x="2972430" y="693798"/>
                  <a:pt x="2927319" y="738909"/>
                  <a:pt x="2871672" y="738909"/>
                </a:cubicBezTo>
                <a:lnTo>
                  <a:pt x="100758" y="738909"/>
                </a:lnTo>
                <a:cubicBezTo>
                  <a:pt x="45111" y="738909"/>
                  <a:pt x="0" y="693798"/>
                  <a:pt x="0" y="638151"/>
                </a:cubicBezTo>
                <a:lnTo>
                  <a:pt x="0" y="100758"/>
                </a:lnTo>
                <a:cubicBezTo>
                  <a:pt x="0" y="45148"/>
                  <a:pt x="45148" y="0"/>
                  <a:pt x="10075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76540" y="4419494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67175" y="0"/>
                </a:moveTo>
                <a:lnTo>
                  <a:pt x="335866" y="0"/>
                </a:lnTo>
                <a:cubicBezTo>
                  <a:pt x="372941" y="0"/>
                  <a:pt x="403041" y="30100"/>
                  <a:pt x="403041" y="67175"/>
                </a:cubicBezTo>
                <a:lnTo>
                  <a:pt x="403041" y="335866"/>
                </a:lnTo>
                <a:cubicBezTo>
                  <a:pt x="403041" y="372941"/>
                  <a:pt x="372941" y="403041"/>
                  <a:pt x="335866" y="403041"/>
                </a:cubicBezTo>
                <a:lnTo>
                  <a:pt x="67175" y="403041"/>
                </a:lnTo>
                <a:cubicBezTo>
                  <a:pt x="30100" y="403041"/>
                  <a:pt x="0" y="372941"/>
                  <a:pt x="0" y="335866"/>
                </a:cubicBezTo>
                <a:lnTo>
                  <a:pt x="0" y="67175"/>
                </a:lnTo>
                <a:cubicBezTo>
                  <a:pt x="0" y="30100"/>
                  <a:pt x="30100" y="0"/>
                  <a:pt x="6717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894094" y="4537048"/>
            <a:ext cx="167934" cy="167934"/>
          </a:xfrm>
          <a:custGeom>
            <a:avLst/>
            <a:gdLst/>
            <a:ahLst/>
            <a:cxnLst/>
            <a:rect l="l" t="t" r="r" b="b"/>
            <a:pathLst>
              <a:path w="167934" h="167934">
                <a:moveTo>
                  <a:pt x="83967" y="167934"/>
                </a:moveTo>
                <a:cubicBezTo>
                  <a:pt x="130310" y="167934"/>
                  <a:pt x="167934" y="130310"/>
                  <a:pt x="167934" y="83967"/>
                </a:cubicBezTo>
                <a:cubicBezTo>
                  <a:pt x="167934" y="37624"/>
                  <a:pt x="130310" y="0"/>
                  <a:pt x="83967" y="0"/>
                </a:cubicBezTo>
                <a:cubicBezTo>
                  <a:pt x="37624" y="0"/>
                  <a:pt x="0" y="37624"/>
                  <a:pt x="0" y="83967"/>
                </a:cubicBezTo>
                <a:cubicBezTo>
                  <a:pt x="0" y="130310"/>
                  <a:pt x="37624" y="167934"/>
                  <a:pt x="83967" y="167934"/>
                </a:cubicBezTo>
                <a:close/>
                <a:moveTo>
                  <a:pt x="54251" y="105582"/>
                </a:moveTo>
                <a:cubicBezTo>
                  <a:pt x="60942" y="114766"/>
                  <a:pt x="71765" y="120702"/>
                  <a:pt x="83967" y="120702"/>
                </a:cubicBezTo>
                <a:cubicBezTo>
                  <a:pt x="96168" y="120702"/>
                  <a:pt x="106992" y="114766"/>
                  <a:pt x="113683" y="105582"/>
                </a:cubicBezTo>
                <a:cubicBezTo>
                  <a:pt x="116242" y="102072"/>
                  <a:pt x="121162" y="101285"/>
                  <a:pt x="124671" y="103843"/>
                </a:cubicBezTo>
                <a:cubicBezTo>
                  <a:pt x="128181" y="106402"/>
                  <a:pt x="128968" y="111322"/>
                  <a:pt x="126410" y="114831"/>
                </a:cubicBezTo>
                <a:cubicBezTo>
                  <a:pt x="116865" y="127918"/>
                  <a:pt x="101416" y="136446"/>
                  <a:pt x="83967" y="136446"/>
                </a:cubicBezTo>
                <a:cubicBezTo>
                  <a:pt x="66518" y="136446"/>
                  <a:pt x="51069" y="127918"/>
                  <a:pt x="41524" y="114831"/>
                </a:cubicBezTo>
                <a:cubicBezTo>
                  <a:pt x="38966" y="111322"/>
                  <a:pt x="39753" y="106402"/>
                  <a:pt x="43263" y="103843"/>
                </a:cubicBezTo>
                <a:cubicBezTo>
                  <a:pt x="46772" y="101285"/>
                  <a:pt x="51692" y="102072"/>
                  <a:pt x="54251" y="105582"/>
                </a:cubicBezTo>
                <a:close/>
                <a:moveTo>
                  <a:pt x="47231" y="68223"/>
                </a:moveTo>
                <a:cubicBezTo>
                  <a:pt x="47231" y="62430"/>
                  <a:pt x="51934" y="57727"/>
                  <a:pt x="57727" y="57727"/>
                </a:cubicBezTo>
                <a:cubicBezTo>
                  <a:pt x="63520" y="57727"/>
                  <a:pt x="68223" y="62430"/>
                  <a:pt x="68223" y="68223"/>
                </a:cubicBezTo>
                <a:cubicBezTo>
                  <a:pt x="68223" y="74016"/>
                  <a:pt x="63520" y="78719"/>
                  <a:pt x="57727" y="78719"/>
                </a:cubicBezTo>
                <a:cubicBezTo>
                  <a:pt x="51934" y="78719"/>
                  <a:pt x="47231" y="74016"/>
                  <a:pt x="47231" y="68223"/>
                </a:cubicBezTo>
                <a:close/>
                <a:moveTo>
                  <a:pt x="110207" y="57727"/>
                </a:moveTo>
                <a:cubicBezTo>
                  <a:pt x="115999" y="57727"/>
                  <a:pt x="120702" y="62430"/>
                  <a:pt x="120702" y="68223"/>
                </a:cubicBezTo>
                <a:cubicBezTo>
                  <a:pt x="120702" y="74016"/>
                  <a:pt x="115999" y="78719"/>
                  <a:pt x="110207" y="78719"/>
                </a:cubicBezTo>
                <a:cubicBezTo>
                  <a:pt x="104414" y="78719"/>
                  <a:pt x="99711" y="74016"/>
                  <a:pt x="99711" y="68223"/>
                </a:cubicBezTo>
                <a:cubicBezTo>
                  <a:pt x="99711" y="62430"/>
                  <a:pt x="104414" y="57727"/>
                  <a:pt x="110207" y="577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313929" y="4419494"/>
            <a:ext cx="1477818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Adaptation Humeur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13929" y="4654602"/>
            <a:ext cx="1469421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Musique selon l'état d'esprit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608606" y="5124817"/>
            <a:ext cx="2972430" cy="738909"/>
          </a:xfrm>
          <a:custGeom>
            <a:avLst/>
            <a:gdLst/>
            <a:ahLst/>
            <a:cxnLst/>
            <a:rect l="l" t="t" r="r" b="b"/>
            <a:pathLst>
              <a:path w="2972430" h="738909">
                <a:moveTo>
                  <a:pt x="100758" y="0"/>
                </a:moveTo>
                <a:lnTo>
                  <a:pt x="2871672" y="0"/>
                </a:lnTo>
                <a:cubicBezTo>
                  <a:pt x="2927319" y="0"/>
                  <a:pt x="2972430" y="45111"/>
                  <a:pt x="2972430" y="100758"/>
                </a:cubicBezTo>
                <a:lnTo>
                  <a:pt x="2972430" y="638151"/>
                </a:lnTo>
                <a:cubicBezTo>
                  <a:pt x="2972430" y="693798"/>
                  <a:pt x="2927319" y="738909"/>
                  <a:pt x="2871672" y="738909"/>
                </a:cubicBezTo>
                <a:lnTo>
                  <a:pt x="100758" y="738909"/>
                </a:lnTo>
                <a:cubicBezTo>
                  <a:pt x="45111" y="738909"/>
                  <a:pt x="0" y="693798"/>
                  <a:pt x="0" y="638151"/>
                </a:cubicBezTo>
                <a:lnTo>
                  <a:pt x="0" y="100758"/>
                </a:lnTo>
                <a:cubicBezTo>
                  <a:pt x="0" y="45148"/>
                  <a:pt x="45148" y="0"/>
                  <a:pt x="100758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76540" y="5292750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67175" y="0"/>
                </a:moveTo>
                <a:lnTo>
                  <a:pt x="335866" y="0"/>
                </a:lnTo>
                <a:cubicBezTo>
                  <a:pt x="372941" y="0"/>
                  <a:pt x="403041" y="30100"/>
                  <a:pt x="403041" y="67175"/>
                </a:cubicBezTo>
                <a:lnTo>
                  <a:pt x="403041" y="335866"/>
                </a:lnTo>
                <a:cubicBezTo>
                  <a:pt x="403041" y="372941"/>
                  <a:pt x="372941" y="403041"/>
                  <a:pt x="335866" y="403041"/>
                </a:cubicBezTo>
                <a:lnTo>
                  <a:pt x="67175" y="403041"/>
                </a:lnTo>
                <a:cubicBezTo>
                  <a:pt x="30100" y="403041"/>
                  <a:pt x="0" y="372941"/>
                  <a:pt x="0" y="335866"/>
                </a:cubicBezTo>
                <a:lnTo>
                  <a:pt x="0" y="67175"/>
                </a:lnTo>
                <a:cubicBezTo>
                  <a:pt x="0" y="30100"/>
                  <a:pt x="30100" y="0"/>
                  <a:pt x="67175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54" name="Shape 52"/>
          <p:cNvSpPr/>
          <p:nvPr/>
        </p:nvSpPr>
        <p:spPr>
          <a:xfrm>
            <a:off x="8915086" y="5410304"/>
            <a:ext cx="125950" cy="167934"/>
          </a:xfrm>
          <a:custGeom>
            <a:avLst/>
            <a:gdLst/>
            <a:ahLst/>
            <a:cxnLst/>
            <a:rect l="l" t="t" r="r" b="b"/>
            <a:pathLst>
              <a:path w="125950" h="167934">
                <a:moveTo>
                  <a:pt x="96070" y="125950"/>
                </a:moveTo>
                <a:cubicBezTo>
                  <a:pt x="98464" y="118636"/>
                  <a:pt x="103253" y="112011"/>
                  <a:pt x="108665" y="106303"/>
                </a:cubicBezTo>
                <a:cubicBezTo>
                  <a:pt x="119390" y="95020"/>
                  <a:pt x="125950" y="79769"/>
                  <a:pt x="125950" y="62975"/>
                </a:cubicBezTo>
                <a:cubicBezTo>
                  <a:pt x="125950" y="28208"/>
                  <a:pt x="97743" y="0"/>
                  <a:pt x="62975" y="0"/>
                </a:cubicBezTo>
                <a:cubicBezTo>
                  <a:pt x="28208" y="0"/>
                  <a:pt x="0" y="28208"/>
                  <a:pt x="0" y="62975"/>
                </a:cubicBezTo>
                <a:cubicBezTo>
                  <a:pt x="0" y="79769"/>
                  <a:pt x="6560" y="95020"/>
                  <a:pt x="17285" y="106303"/>
                </a:cubicBezTo>
                <a:cubicBezTo>
                  <a:pt x="22697" y="112011"/>
                  <a:pt x="27519" y="118636"/>
                  <a:pt x="29880" y="125950"/>
                </a:cubicBezTo>
                <a:lnTo>
                  <a:pt x="96037" y="125950"/>
                </a:lnTo>
                <a:close/>
                <a:moveTo>
                  <a:pt x="94463" y="141694"/>
                </a:moveTo>
                <a:lnTo>
                  <a:pt x="31488" y="141694"/>
                </a:lnTo>
                <a:lnTo>
                  <a:pt x="31488" y="146942"/>
                </a:lnTo>
                <a:cubicBezTo>
                  <a:pt x="31488" y="161440"/>
                  <a:pt x="43230" y="173182"/>
                  <a:pt x="57727" y="173182"/>
                </a:cubicBezTo>
                <a:lnTo>
                  <a:pt x="68223" y="173182"/>
                </a:lnTo>
                <a:cubicBezTo>
                  <a:pt x="82721" y="173182"/>
                  <a:pt x="94463" y="161440"/>
                  <a:pt x="94463" y="146942"/>
                </a:cubicBezTo>
                <a:lnTo>
                  <a:pt x="94463" y="141694"/>
                </a:lnTo>
                <a:close/>
                <a:moveTo>
                  <a:pt x="60351" y="36736"/>
                </a:moveTo>
                <a:cubicBezTo>
                  <a:pt x="47297" y="36736"/>
                  <a:pt x="36736" y="47297"/>
                  <a:pt x="36736" y="60351"/>
                </a:cubicBezTo>
                <a:cubicBezTo>
                  <a:pt x="36736" y="64714"/>
                  <a:pt x="33226" y="68223"/>
                  <a:pt x="28864" y="68223"/>
                </a:cubicBezTo>
                <a:cubicBezTo>
                  <a:pt x="24501" y="68223"/>
                  <a:pt x="20992" y="64714"/>
                  <a:pt x="20992" y="60351"/>
                </a:cubicBezTo>
                <a:cubicBezTo>
                  <a:pt x="20992" y="38605"/>
                  <a:pt x="38605" y="20992"/>
                  <a:pt x="60351" y="20992"/>
                </a:cubicBezTo>
                <a:cubicBezTo>
                  <a:pt x="64714" y="20992"/>
                  <a:pt x="68223" y="24501"/>
                  <a:pt x="68223" y="28864"/>
                </a:cubicBezTo>
                <a:cubicBezTo>
                  <a:pt x="68223" y="33226"/>
                  <a:pt x="64714" y="36736"/>
                  <a:pt x="60351" y="36736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55" name="Text 53"/>
          <p:cNvSpPr/>
          <p:nvPr/>
        </p:nvSpPr>
        <p:spPr>
          <a:xfrm>
            <a:off x="9313929" y="5292750"/>
            <a:ext cx="1469421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Découverte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313929" y="5527858"/>
            <a:ext cx="1461025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Nouveaux artistes et genres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homann.de/8512cdd1fff668d545deacc6dde78f5c1172cdff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938" r="93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17500" y="3175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" name="Text 1"/>
          <p:cNvSpPr/>
          <p:nvPr/>
        </p:nvSpPr>
        <p:spPr>
          <a:xfrm>
            <a:off x="508000" y="317500"/>
            <a:ext cx="446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762000"/>
            <a:ext cx="1144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Améliorations futures envisagées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675" y="2326382"/>
            <a:ext cx="7959725" cy="1776413"/>
          </a:xfrm>
          <a:custGeom>
            <a:avLst/>
            <a:gdLst/>
            <a:ahLst/>
            <a:cxnLst/>
            <a:rect l="l" t="t" r="r" b="b"/>
            <a:pathLst>
              <a:path w="7959725" h="1776413">
                <a:moveTo>
                  <a:pt x="190502" y="0"/>
                </a:moveTo>
                <a:lnTo>
                  <a:pt x="7769223" y="0"/>
                </a:lnTo>
                <a:cubicBezTo>
                  <a:pt x="7874434" y="0"/>
                  <a:pt x="7959725" y="85291"/>
                  <a:pt x="7959725" y="190502"/>
                </a:cubicBezTo>
                <a:lnTo>
                  <a:pt x="7959725" y="1585910"/>
                </a:lnTo>
                <a:cubicBezTo>
                  <a:pt x="7959725" y="1691122"/>
                  <a:pt x="7874434" y="1776412"/>
                  <a:pt x="7769223" y="1776413"/>
                </a:cubicBezTo>
                <a:lnTo>
                  <a:pt x="190502" y="1776413"/>
                </a:lnTo>
                <a:cubicBezTo>
                  <a:pt x="85291" y="1776413"/>
                  <a:pt x="0" y="1691122"/>
                  <a:pt x="0" y="1585910"/>
                </a:cubicBezTo>
                <a:lnTo>
                  <a:pt x="0" y="190502"/>
                </a:lnTo>
                <a:cubicBezTo>
                  <a:pt x="0" y="85361"/>
                  <a:pt x="85361" y="0"/>
                  <a:pt x="1905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30000"/>
                </a:srgbClr>
              </a:gs>
              <a:gs pos="100000">
                <a:srgbClr val="1DB954">
                  <a:alpha val="10000"/>
                </a:srgbClr>
              </a:gs>
            </a:gsLst>
            <a:lin ang="2700000" scaled="1"/>
          </a:gradFill>
          <a:ln w="1016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7850" y="2583555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8" name="Shape 5"/>
          <p:cNvSpPr/>
          <p:nvPr/>
        </p:nvSpPr>
        <p:spPr>
          <a:xfrm>
            <a:off x="778272" y="278199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3721"/>
                </a:moveTo>
                <a:cubicBezTo>
                  <a:pt x="55404" y="3721"/>
                  <a:pt x="3721" y="55404"/>
                  <a:pt x="3721" y="119062"/>
                </a:cubicBezTo>
                <a:cubicBezTo>
                  <a:pt x="3721" y="182721"/>
                  <a:pt x="55404" y="234404"/>
                  <a:pt x="119062" y="234404"/>
                </a:cubicBezTo>
                <a:cubicBezTo>
                  <a:pt x="182721" y="234404"/>
                  <a:pt x="234404" y="182721"/>
                  <a:pt x="234404" y="119063"/>
                </a:cubicBezTo>
                <a:cubicBezTo>
                  <a:pt x="234404" y="55404"/>
                  <a:pt x="182721" y="3721"/>
                  <a:pt x="119063" y="3721"/>
                </a:cubicBezTo>
                <a:close/>
                <a:moveTo>
                  <a:pt x="165897" y="173431"/>
                </a:moveTo>
                <a:cubicBezTo>
                  <a:pt x="163943" y="173431"/>
                  <a:pt x="162734" y="172827"/>
                  <a:pt x="160920" y="171757"/>
                </a:cubicBezTo>
                <a:cubicBezTo>
                  <a:pt x="131899" y="154270"/>
                  <a:pt x="98134" y="153526"/>
                  <a:pt x="64787" y="160362"/>
                </a:cubicBezTo>
                <a:cubicBezTo>
                  <a:pt x="62973" y="160827"/>
                  <a:pt x="60601" y="161572"/>
                  <a:pt x="59252" y="161572"/>
                </a:cubicBezTo>
                <a:cubicBezTo>
                  <a:pt x="54741" y="161572"/>
                  <a:pt x="51904" y="157990"/>
                  <a:pt x="51904" y="154223"/>
                </a:cubicBezTo>
                <a:cubicBezTo>
                  <a:pt x="51904" y="149433"/>
                  <a:pt x="54741" y="147154"/>
                  <a:pt x="58229" y="146410"/>
                </a:cubicBezTo>
                <a:cubicBezTo>
                  <a:pt x="96320" y="137992"/>
                  <a:pt x="135248" y="138736"/>
                  <a:pt x="168455" y="158595"/>
                </a:cubicBezTo>
                <a:cubicBezTo>
                  <a:pt x="171292" y="160409"/>
                  <a:pt x="172966" y="162037"/>
                  <a:pt x="172966" y="166269"/>
                </a:cubicBezTo>
                <a:cubicBezTo>
                  <a:pt x="172966" y="170501"/>
                  <a:pt x="169664" y="173431"/>
                  <a:pt x="165897" y="173431"/>
                </a:cubicBezTo>
                <a:close/>
                <a:moveTo>
                  <a:pt x="178408" y="142922"/>
                </a:moveTo>
                <a:cubicBezTo>
                  <a:pt x="175989" y="142922"/>
                  <a:pt x="174361" y="141852"/>
                  <a:pt x="172687" y="140968"/>
                </a:cubicBezTo>
                <a:cubicBezTo>
                  <a:pt x="143619" y="123760"/>
                  <a:pt x="100273" y="116830"/>
                  <a:pt x="61717" y="127295"/>
                </a:cubicBezTo>
                <a:cubicBezTo>
                  <a:pt x="59485" y="127899"/>
                  <a:pt x="58276" y="128504"/>
                  <a:pt x="56183" y="128504"/>
                </a:cubicBezTo>
                <a:cubicBezTo>
                  <a:pt x="51206" y="128504"/>
                  <a:pt x="47160" y="124458"/>
                  <a:pt x="47160" y="119481"/>
                </a:cubicBezTo>
                <a:cubicBezTo>
                  <a:pt x="47160" y="114505"/>
                  <a:pt x="49578" y="111203"/>
                  <a:pt x="54369" y="109854"/>
                </a:cubicBezTo>
                <a:cubicBezTo>
                  <a:pt x="67298" y="106226"/>
                  <a:pt x="80507" y="103529"/>
                  <a:pt x="99854" y="103529"/>
                </a:cubicBezTo>
                <a:cubicBezTo>
                  <a:pt x="130039" y="103529"/>
                  <a:pt x="159200" y="111016"/>
                  <a:pt x="182175" y="124690"/>
                </a:cubicBezTo>
                <a:cubicBezTo>
                  <a:pt x="185942" y="126922"/>
                  <a:pt x="187430" y="129806"/>
                  <a:pt x="187430" y="133852"/>
                </a:cubicBezTo>
                <a:cubicBezTo>
                  <a:pt x="187384" y="138875"/>
                  <a:pt x="183477" y="142922"/>
                  <a:pt x="178408" y="142922"/>
                </a:cubicBezTo>
                <a:close/>
                <a:moveTo>
                  <a:pt x="192825" y="107482"/>
                </a:moveTo>
                <a:cubicBezTo>
                  <a:pt x="190407" y="107482"/>
                  <a:pt x="188919" y="106877"/>
                  <a:pt x="186826" y="105668"/>
                </a:cubicBezTo>
                <a:cubicBezTo>
                  <a:pt x="153712" y="85902"/>
                  <a:pt x="94506" y="81158"/>
                  <a:pt x="56183" y="91855"/>
                </a:cubicBezTo>
                <a:cubicBezTo>
                  <a:pt x="54508" y="92320"/>
                  <a:pt x="52415" y="93064"/>
                  <a:pt x="50183" y="93064"/>
                </a:cubicBezTo>
                <a:cubicBezTo>
                  <a:pt x="44044" y="93064"/>
                  <a:pt x="39346" y="88274"/>
                  <a:pt x="39346" y="82088"/>
                </a:cubicBezTo>
                <a:cubicBezTo>
                  <a:pt x="39346" y="75763"/>
                  <a:pt x="43253" y="72182"/>
                  <a:pt x="47439" y="70972"/>
                </a:cubicBezTo>
                <a:cubicBezTo>
                  <a:pt x="63810" y="66182"/>
                  <a:pt x="82135" y="63903"/>
                  <a:pt x="102087" y="63903"/>
                </a:cubicBezTo>
                <a:cubicBezTo>
                  <a:pt x="136038" y="63903"/>
                  <a:pt x="171617" y="70972"/>
                  <a:pt x="197616" y="86134"/>
                </a:cubicBezTo>
                <a:cubicBezTo>
                  <a:pt x="201244" y="88227"/>
                  <a:pt x="203615" y="91111"/>
                  <a:pt x="203615" y="96645"/>
                </a:cubicBezTo>
                <a:cubicBezTo>
                  <a:pt x="203615" y="102970"/>
                  <a:pt x="198500" y="107482"/>
                  <a:pt x="192825" y="107482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9" name="Text 6"/>
          <p:cNvSpPr/>
          <p:nvPr/>
        </p:nvSpPr>
        <p:spPr>
          <a:xfrm>
            <a:off x="1403350" y="2631180"/>
            <a:ext cx="2563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Intégration API Spotify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03350" y="2948680"/>
            <a:ext cx="252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Connexion directe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7850" y="3377305"/>
            <a:ext cx="7516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 de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1DB9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l'API officielle Spotify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accéder à des données en temps réel, aux playlists utilisateur et aux fonctionnalités avancées de la plateforme.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675" y="4295680"/>
            <a:ext cx="7959725" cy="1776413"/>
          </a:xfrm>
          <a:custGeom>
            <a:avLst/>
            <a:gdLst/>
            <a:ahLst/>
            <a:cxnLst/>
            <a:rect l="l" t="t" r="r" b="b"/>
            <a:pathLst>
              <a:path w="7959725" h="1776413">
                <a:moveTo>
                  <a:pt x="190502" y="0"/>
                </a:moveTo>
                <a:lnTo>
                  <a:pt x="7769223" y="0"/>
                </a:lnTo>
                <a:cubicBezTo>
                  <a:pt x="7874434" y="0"/>
                  <a:pt x="7959725" y="85291"/>
                  <a:pt x="7959725" y="190502"/>
                </a:cubicBezTo>
                <a:lnTo>
                  <a:pt x="7959725" y="1585910"/>
                </a:lnTo>
                <a:cubicBezTo>
                  <a:pt x="7959725" y="1691122"/>
                  <a:pt x="7874434" y="1776412"/>
                  <a:pt x="7769223" y="1776413"/>
                </a:cubicBezTo>
                <a:lnTo>
                  <a:pt x="190502" y="1776413"/>
                </a:lnTo>
                <a:cubicBezTo>
                  <a:pt x="85291" y="1776413"/>
                  <a:pt x="0" y="1691122"/>
                  <a:pt x="0" y="1585910"/>
                </a:cubicBezTo>
                <a:lnTo>
                  <a:pt x="0" y="190502"/>
                </a:lnTo>
                <a:cubicBezTo>
                  <a:pt x="0" y="85361"/>
                  <a:pt x="85361" y="0"/>
                  <a:pt x="1905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35">
                  <a:alpha val="30000"/>
                </a:srgbClr>
              </a:gs>
              <a:gs pos="100000">
                <a:srgbClr val="FF6B35">
                  <a:alpha val="10000"/>
                </a:srgbClr>
              </a:gs>
            </a:gsLst>
            <a:lin ang="2700000" scaled="1"/>
          </a:gradFill>
          <a:ln w="1016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7850" y="4552854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778272" y="475129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403350" y="4600479"/>
            <a:ext cx="1698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03350" y="4917979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Réseaux de neurones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7850" y="5346604"/>
            <a:ext cx="7516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Utilisation de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de deep learning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(réseaux de neurones, auto-encodeurs) pour des recommandations encore plus précises et contextuelles.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43925" y="1177925"/>
            <a:ext cx="3324225" cy="6038850"/>
          </a:xfrm>
          <a:custGeom>
            <a:avLst/>
            <a:gdLst/>
            <a:ahLst/>
            <a:cxnLst/>
            <a:rect l="l" t="t" r="r" b="b"/>
            <a:pathLst>
              <a:path w="3324225" h="6038850">
                <a:moveTo>
                  <a:pt x="190511" y="0"/>
                </a:moveTo>
                <a:lnTo>
                  <a:pt x="3133714" y="0"/>
                </a:lnTo>
                <a:cubicBezTo>
                  <a:pt x="3238930" y="0"/>
                  <a:pt x="3324225" y="85295"/>
                  <a:pt x="3324225" y="190511"/>
                </a:cubicBezTo>
                <a:lnTo>
                  <a:pt x="3324225" y="5848339"/>
                </a:lnTo>
                <a:cubicBezTo>
                  <a:pt x="3324225" y="5953555"/>
                  <a:pt x="3238930" y="6038850"/>
                  <a:pt x="3133714" y="6038850"/>
                </a:cubicBezTo>
                <a:lnTo>
                  <a:pt x="190511" y="6038850"/>
                </a:lnTo>
                <a:cubicBezTo>
                  <a:pt x="85295" y="6038850"/>
                  <a:pt x="0" y="5953555"/>
                  <a:pt x="0" y="5848339"/>
                </a:cubicBezTo>
                <a:lnTo>
                  <a:pt x="0" y="190511"/>
                </a:lnTo>
                <a:cubicBezTo>
                  <a:pt x="0" y="85295"/>
                  <a:pt x="85295" y="0"/>
                  <a:pt x="19051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5000"/>
                </a:srgbClr>
              </a:gs>
            </a:gsLst>
            <a:lin ang="2700000" scaled="1"/>
          </a:gra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3475" y="1435098"/>
            <a:ext cx="290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Améliorations Futures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801100" y="1879505"/>
            <a:ext cx="2809875" cy="1174750"/>
          </a:xfrm>
          <a:custGeom>
            <a:avLst/>
            <a:gdLst/>
            <a:ahLst/>
            <a:cxnLst/>
            <a:rect l="l" t="t" r="r" b="b"/>
            <a:pathLst>
              <a:path w="2809875" h="1174750">
                <a:moveTo>
                  <a:pt x="95249" y="0"/>
                </a:moveTo>
                <a:lnTo>
                  <a:pt x="2714626" y="0"/>
                </a:lnTo>
                <a:cubicBezTo>
                  <a:pt x="2767231" y="0"/>
                  <a:pt x="2809875" y="42644"/>
                  <a:pt x="2809875" y="95249"/>
                </a:cubicBezTo>
                <a:lnTo>
                  <a:pt x="2809875" y="1079501"/>
                </a:lnTo>
                <a:cubicBezTo>
                  <a:pt x="2809875" y="1132106"/>
                  <a:pt x="2767231" y="1174750"/>
                  <a:pt x="2714626" y="1174750"/>
                </a:cubicBezTo>
                <a:lnTo>
                  <a:pt x="95249" y="1174750"/>
                </a:lnTo>
                <a:cubicBezTo>
                  <a:pt x="42644" y="1174750"/>
                  <a:pt x="0" y="1132106"/>
                  <a:pt x="0" y="10795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959850" y="20382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2" name="Shape 19"/>
          <p:cNvSpPr/>
          <p:nvPr/>
        </p:nvSpPr>
        <p:spPr>
          <a:xfrm>
            <a:off x="9070975" y="214938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23" name="Text 20"/>
          <p:cNvSpPr/>
          <p:nvPr/>
        </p:nvSpPr>
        <p:spPr>
          <a:xfrm>
            <a:off x="9467850" y="2117630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Précision Accrue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59850" y="2514505"/>
            <a:ext cx="255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Amélioration continue des algorithmes pour des recommandations plus pertinentes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801100" y="3181255"/>
            <a:ext cx="2809875" cy="1174750"/>
          </a:xfrm>
          <a:custGeom>
            <a:avLst/>
            <a:gdLst/>
            <a:ahLst/>
            <a:cxnLst/>
            <a:rect l="l" t="t" r="r" b="b"/>
            <a:pathLst>
              <a:path w="2809875" h="1174750">
                <a:moveTo>
                  <a:pt x="95249" y="0"/>
                </a:moveTo>
                <a:lnTo>
                  <a:pt x="2714626" y="0"/>
                </a:lnTo>
                <a:cubicBezTo>
                  <a:pt x="2767231" y="0"/>
                  <a:pt x="2809875" y="42644"/>
                  <a:pt x="2809875" y="95249"/>
                </a:cubicBezTo>
                <a:lnTo>
                  <a:pt x="2809875" y="1079501"/>
                </a:lnTo>
                <a:cubicBezTo>
                  <a:pt x="2809875" y="1132106"/>
                  <a:pt x="2767231" y="1174750"/>
                  <a:pt x="2714626" y="1174750"/>
                </a:cubicBezTo>
                <a:lnTo>
                  <a:pt x="95249" y="1174750"/>
                </a:lnTo>
                <a:cubicBezTo>
                  <a:pt x="42644" y="1174750"/>
                  <a:pt x="0" y="1132106"/>
                  <a:pt x="0" y="10795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959850" y="334000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Shape 24"/>
          <p:cNvSpPr/>
          <p:nvPr/>
        </p:nvSpPr>
        <p:spPr>
          <a:xfrm>
            <a:off x="9051132" y="345113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9467850" y="3419380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Collaboratif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959850" y="3816255"/>
            <a:ext cx="255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Filtrage collaboratif basé sur les préférences de la communauté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801100" y="4483005"/>
            <a:ext cx="2809875" cy="1174750"/>
          </a:xfrm>
          <a:custGeom>
            <a:avLst/>
            <a:gdLst/>
            <a:ahLst/>
            <a:cxnLst/>
            <a:rect l="l" t="t" r="r" b="b"/>
            <a:pathLst>
              <a:path w="2809875" h="1174750">
                <a:moveTo>
                  <a:pt x="95249" y="0"/>
                </a:moveTo>
                <a:lnTo>
                  <a:pt x="2714626" y="0"/>
                </a:lnTo>
                <a:cubicBezTo>
                  <a:pt x="2767231" y="0"/>
                  <a:pt x="2809875" y="42644"/>
                  <a:pt x="2809875" y="95249"/>
                </a:cubicBezTo>
                <a:lnTo>
                  <a:pt x="2809875" y="1079501"/>
                </a:lnTo>
                <a:cubicBezTo>
                  <a:pt x="2809875" y="1132106"/>
                  <a:pt x="2767231" y="1174750"/>
                  <a:pt x="2714626" y="1174750"/>
                </a:cubicBezTo>
                <a:lnTo>
                  <a:pt x="95249" y="1174750"/>
                </a:lnTo>
                <a:cubicBezTo>
                  <a:pt x="42644" y="1174750"/>
                  <a:pt x="0" y="1132106"/>
                  <a:pt x="0" y="10795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959850" y="46417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090819" y="475288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4961" y="19844"/>
                </a:moveTo>
                <a:cubicBezTo>
                  <a:pt x="4961" y="8899"/>
                  <a:pt x="13860" y="0"/>
                  <a:pt x="24805" y="0"/>
                </a:cubicBezTo>
                <a:lnTo>
                  <a:pt x="94258" y="0"/>
                </a:lnTo>
                <a:cubicBezTo>
                  <a:pt x="105203" y="0"/>
                  <a:pt x="114102" y="8899"/>
                  <a:pt x="114102" y="19844"/>
                </a:cubicBezTo>
                <a:lnTo>
                  <a:pt x="114102" y="138906"/>
                </a:lnTo>
                <a:cubicBezTo>
                  <a:pt x="114102" y="149851"/>
                  <a:pt x="105203" y="158750"/>
                  <a:pt x="94258" y="158750"/>
                </a:cubicBezTo>
                <a:lnTo>
                  <a:pt x="24805" y="158750"/>
                </a:lnTo>
                <a:cubicBezTo>
                  <a:pt x="13860" y="158750"/>
                  <a:pt x="4961" y="149851"/>
                  <a:pt x="4961" y="138906"/>
                </a:cubicBezTo>
                <a:lnTo>
                  <a:pt x="4961" y="19844"/>
                </a:lnTo>
                <a:close/>
                <a:moveTo>
                  <a:pt x="24805" y="19844"/>
                </a:moveTo>
                <a:lnTo>
                  <a:pt x="24805" y="114102"/>
                </a:lnTo>
                <a:lnTo>
                  <a:pt x="94258" y="114102"/>
                </a:lnTo>
                <a:lnTo>
                  <a:pt x="94258" y="19844"/>
                </a:lnTo>
                <a:lnTo>
                  <a:pt x="24805" y="19844"/>
                </a:lnTo>
                <a:close/>
                <a:moveTo>
                  <a:pt x="59531" y="146348"/>
                </a:moveTo>
                <a:cubicBezTo>
                  <a:pt x="65019" y="146348"/>
                  <a:pt x="69453" y="141914"/>
                  <a:pt x="69453" y="136426"/>
                </a:cubicBezTo>
                <a:cubicBezTo>
                  <a:pt x="69453" y="130938"/>
                  <a:pt x="65019" y="126504"/>
                  <a:pt x="59531" y="126504"/>
                </a:cubicBezTo>
                <a:cubicBezTo>
                  <a:pt x="54043" y="126504"/>
                  <a:pt x="49609" y="130938"/>
                  <a:pt x="49609" y="136426"/>
                </a:cubicBezTo>
                <a:cubicBezTo>
                  <a:pt x="49609" y="141914"/>
                  <a:pt x="54043" y="146348"/>
                  <a:pt x="59531" y="1463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9467850" y="4721130"/>
            <a:ext cx="123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Mobile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959850" y="5118005"/>
            <a:ext cx="255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Développement d'une version mobile pour iOS et Android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01100" y="5784755"/>
            <a:ext cx="2809875" cy="1174750"/>
          </a:xfrm>
          <a:custGeom>
            <a:avLst/>
            <a:gdLst/>
            <a:ahLst/>
            <a:cxnLst/>
            <a:rect l="l" t="t" r="r" b="b"/>
            <a:pathLst>
              <a:path w="2809875" h="1174750">
                <a:moveTo>
                  <a:pt x="95249" y="0"/>
                </a:moveTo>
                <a:lnTo>
                  <a:pt x="2714626" y="0"/>
                </a:lnTo>
                <a:cubicBezTo>
                  <a:pt x="2767231" y="0"/>
                  <a:pt x="2809875" y="42644"/>
                  <a:pt x="2809875" y="95249"/>
                </a:cubicBezTo>
                <a:lnTo>
                  <a:pt x="2809875" y="1079501"/>
                </a:lnTo>
                <a:cubicBezTo>
                  <a:pt x="2809875" y="1132106"/>
                  <a:pt x="2767231" y="1174750"/>
                  <a:pt x="2714626" y="1174750"/>
                </a:cubicBezTo>
                <a:lnTo>
                  <a:pt x="95249" y="1174750"/>
                </a:lnTo>
                <a:cubicBezTo>
                  <a:pt x="42644" y="1174750"/>
                  <a:pt x="0" y="1132106"/>
                  <a:pt x="0" y="10795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121212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8959850" y="594350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37" name="Shape 34"/>
          <p:cNvSpPr/>
          <p:nvPr/>
        </p:nvSpPr>
        <p:spPr>
          <a:xfrm>
            <a:off x="9070975" y="605463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8" name="Text 35"/>
          <p:cNvSpPr/>
          <p:nvPr/>
        </p:nvSpPr>
        <p:spPr>
          <a:xfrm>
            <a:off x="9467850" y="6022880"/>
            <a:ext cx="111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Multi-Plateforme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959850" y="6419755"/>
            <a:ext cx="255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de multiples services de streaming (Apple Music, Deezer...)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13457f8a5183353adf325047297ffa9812bf58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4971" b="497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B954">
                  <a:alpha val="40000"/>
                </a:srgbClr>
              </a:gs>
              <a:gs pos="50000">
                <a:srgbClr val="121212">
                  <a:alpha val="80000"/>
                </a:srgbClr>
              </a:gs>
              <a:gs pos="100000">
                <a:srgbClr val="121212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0" y="316232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1DB954"/>
          </a:solidFill>
          <a:ln/>
          <a:effectLst>
            <a:outerShdw sx="100000" sy="100000" kx="0" ky="0" algn="bl" rotWithShape="0" blurRad="762000" dist="50800" dir="2700000">
              <a:srgbClr val="1db954">
                <a:alpha val="6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53100" y="73533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26864" y="9376"/>
                </a:moveTo>
                <a:cubicBezTo>
                  <a:pt x="637044" y="17547"/>
                  <a:pt x="642938" y="29870"/>
                  <a:pt x="642938" y="42863"/>
                </a:cubicBezTo>
                <a:lnTo>
                  <a:pt x="642938" y="450056"/>
                </a:lnTo>
                <a:cubicBezTo>
                  <a:pt x="642938" y="509260"/>
                  <a:pt x="585341" y="557213"/>
                  <a:pt x="514350" y="557213"/>
                </a:cubicBezTo>
                <a:cubicBezTo>
                  <a:pt x="443359" y="557213"/>
                  <a:pt x="385763" y="509260"/>
                  <a:pt x="385763" y="450056"/>
                </a:cubicBezTo>
                <a:cubicBezTo>
                  <a:pt x="385763" y="390852"/>
                  <a:pt x="443359" y="342900"/>
                  <a:pt x="514350" y="342900"/>
                </a:cubicBezTo>
                <a:cubicBezTo>
                  <a:pt x="529352" y="342900"/>
                  <a:pt x="543818" y="345043"/>
                  <a:pt x="557213" y="349061"/>
                </a:cubicBezTo>
                <a:lnTo>
                  <a:pt x="557213" y="192747"/>
                </a:lnTo>
                <a:lnTo>
                  <a:pt x="257175" y="259452"/>
                </a:lnTo>
                <a:lnTo>
                  <a:pt x="257175" y="535781"/>
                </a:lnTo>
                <a:cubicBezTo>
                  <a:pt x="257175" y="594985"/>
                  <a:pt x="199579" y="642938"/>
                  <a:pt x="128588" y="642938"/>
                </a:cubicBezTo>
                <a:cubicBezTo>
                  <a:pt x="57596" y="642938"/>
                  <a:pt x="0" y="594985"/>
                  <a:pt x="0" y="535781"/>
                </a:cubicBezTo>
                <a:cubicBezTo>
                  <a:pt x="0" y="476577"/>
                  <a:pt x="57596" y="428625"/>
                  <a:pt x="128588" y="428625"/>
                </a:cubicBezTo>
                <a:cubicBezTo>
                  <a:pt x="143589" y="428625"/>
                  <a:pt x="158055" y="430768"/>
                  <a:pt x="171450" y="434786"/>
                </a:cubicBezTo>
                <a:lnTo>
                  <a:pt x="171450" y="128588"/>
                </a:lnTo>
                <a:cubicBezTo>
                  <a:pt x="171450" y="108496"/>
                  <a:pt x="185380" y="91083"/>
                  <a:pt x="205070" y="86797"/>
                </a:cubicBezTo>
                <a:lnTo>
                  <a:pt x="590833" y="1072"/>
                </a:lnTo>
                <a:cubicBezTo>
                  <a:pt x="603558" y="-1741"/>
                  <a:pt x="616818" y="1339"/>
                  <a:pt x="626998" y="951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6" name="Text 3"/>
          <p:cNvSpPr/>
          <p:nvPr/>
        </p:nvSpPr>
        <p:spPr>
          <a:xfrm>
            <a:off x="4744403" y="2526032"/>
            <a:ext cx="2705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spc="-180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Merci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3669032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  <a:lnTo>
                  <a:pt x="1524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8" name="Text 5"/>
          <p:cNvSpPr/>
          <p:nvPr/>
        </p:nvSpPr>
        <p:spPr>
          <a:xfrm>
            <a:off x="5152311" y="3973832"/>
            <a:ext cx="188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23874" y="4815842"/>
            <a:ext cx="3550920" cy="845820"/>
          </a:xfrm>
          <a:custGeom>
            <a:avLst/>
            <a:gdLst/>
            <a:ahLst/>
            <a:cxnLst/>
            <a:rect l="l" t="t" r="r" b="b"/>
            <a:pathLst>
              <a:path w="3550920" h="845820">
                <a:moveTo>
                  <a:pt x="152400" y="0"/>
                </a:moveTo>
                <a:lnTo>
                  <a:pt x="3398520" y="0"/>
                </a:lnTo>
                <a:cubicBezTo>
                  <a:pt x="3482688" y="0"/>
                  <a:pt x="3550920" y="68232"/>
                  <a:pt x="3550920" y="152400"/>
                </a:cubicBezTo>
                <a:lnTo>
                  <a:pt x="3550920" y="693420"/>
                </a:lnTo>
                <a:cubicBezTo>
                  <a:pt x="3550920" y="777588"/>
                  <a:pt x="3482688" y="845820"/>
                  <a:pt x="3398520" y="845820"/>
                </a:cubicBezTo>
                <a:lnTo>
                  <a:pt x="152400" y="845820"/>
                </a:lnTo>
                <a:cubicBezTo>
                  <a:pt x="68232" y="845820"/>
                  <a:pt x="0" y="777588"/>
                  <a:pt x="0" y="6934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0584" y="5095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1" name="Text 8"/>
          <p:cNvSpPr/>
          <p:nvPr/>
        </p:nvSpPr>
        <p:spPr>
          <a:xfrm>
            <a:off x="3242072" y="50101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42072" y="520065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raddedioussema@gmail.com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9000" y="4815842"/>
            <a:ext cx="3474720" cy="845820"/>
          </a:xfrm>
          <a:custGeom>
            <a:avLst/>
            <a:gdLst/>
            <a:ahLst/>
            <a:cxnLst/>
            <a:rect l="l" t="t" r="r" b="b"/>
            <a:pathLst>
              <a:path w="3474720" h="845820">
                <a:moveTo>
                  <a:pt x="152400" y="0"/>
                </a:moveTo>
                <a:lnTo>
                  <a:pt x="3322320" y="0"/>
                </a:lnTo>
                <a:cubicBezTo>
                  <a:pt x="3406488" y="0"/>
                  <a:pt x="3474720" y="68232"/>
                  <a:pt x="3474720" y="152400"/>
                </a:cubicBezTo>
                <a:lnTo>
                  <a:pt x="3474720" y="693420"/>
                </a:lnTo>
                <a:cubicBezTo>
                  <a:pt x="3474720" y="777588"/>
                  <a:pt x="3406488" y="845820"/>
                  <a:pt x="3322320" y="845820"/>
                </a:cubicBezTo>
                <a:lnTo>
                  <a:pt x="152400" y="845820"/>
                </a:lnTo>
                <a:cubicBezTo>
                  <a:pt x="68232" y="845820"/>
                  <a:pt x="0" y="777588"/>
                  <a:pt x="0" y="6934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35711" y="5095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7055" y="221791"/>
                </a:moveTo>
                <a:cubicBezTo>
                  <a:pt x="97055" y="222907"/>
                  <a:pt x="95771" y="223800"/>
                  <a:pt x="94152" y="223800"/>
                </a:cubicBezTo>
                <a:cubicBezTo>
                  <a:pt x="92311" y="223968"/>
                  <a:pt x="91027" y="223075"/>
                  <a:pt x="91027" y="221791"/>
                </a:cubicBezTo>
                <a:cubicBezTo>
                  <a:pt x="91027" y="220675"/>
                  <a:pt x="92311" y="219782"/>
                  <a:pt x="93929" y="219782"/>
                </a:cubicBezTo>
                <a:cubicBezTo>
                  <a:pt x="95603" y="219615"/>
                  <a:pt x="97055" y="220507"/>
                  <a:pt x="97055" y="221791"/>
                </a:cubicBezTo>
                <a:close/>
                <a:moveTo>
                  <a:pt x="79697" y="219280"/>
                </a:moveTo>
                <a:cubicBezTo>
                  <a:pt x="79307" y="220396"/>
                  <a:pt x="80423" y="221679"/>
                  <a:pt x="82097" y="222014"/>
                </a:cubicBezTo>
                <a:cubicBezTo>
                  <a:pt x="83548" y="222572"/>
                  <a:pt x="85223" y="222014"/>
                  <a:pt x="85558" y="220898"/>
                </a:cubicBezTo>
                <a:cubicBezTo>
                  <a:pt x="85892" y="219782"/>
                  <a:pt x="84832" y="218498"/>
                  <a:pt x="83158" y="217996"/>
                </a:cubicBezTo>
                <a:cubicBezTo>
                  <a:pt x="81707" y="217605"/>
                  <a:pt x="80088" y="218163"/>
                  <a:pt x="79697" y="219280"/>
                </a:cubicBezTo>
                <a:close/>
                <a:moveTo>
                  <a:pt x="104366" y="218331"/>
                </a:moveTo>
                <a:cubicBezTo>
                  <a:pt x="102747" y="218722"/>
                  <a:pt x="101631" y="219782"/>
                  <a:pt x="101798" y="221066"/>
                </a:cubicBezTo>
                <a:cubicBezTo>
                  <a:pt x="101966" y="222182"/>
                  <a:pt x="103417" y="222907"/>
                  <a:pt x="105091" y="222517"/>
                </a:cubicBezTo>
                <a:cubicBezTo>
                  <a:pt x="106710" y="222126"/>
                  <a:pt x="107826" y="221066"/>
                  <a:pt x="107659" y="219949"/>
                </a:cubicBezTo>
                <a:cubicBezTo>
                  <a:pt x="107491" y="218889"/>
                  <a:pt x="105984" y="218163"/>
                  <a:pt x="104366" y="218331"/>
                </a:cubicBezTo>
                <a:close/>
                <a:moveTo>
                  <a:pt x="141089" y="4465"/>
                </a:moveTo>
                <a:cubicBezTo>
                  <a:pt x="63680" y="4465"/>
                  <a:pt x="4465" y="63233"/>
                  <a:pt x="4465" y="140643"/>
                </a:cubicBezTo>
                <a:cubicBezTo>
                  <a:pt x="4465" y="202536"/>
                  <a:pt x="43421" y="255501"/>
                  <a:pt x="99064" y="274141"/>
                </a:cubicBezTo>
                <a:cubicBezTo>
                  <a:pt x="106207" y="275425"/>
                  <a:pt x="108719" y="271016"/>
                  <a:pt x="108719" y="267388"/>
                </a:cubicBezTo>
                <a:cubicBezTo>
                  <a:pt x="108719" y="263928"/>
                  <a:pt x="108552" y="244841"/>
                  <a:pt x="108552" y="233121"/>
                </a:cubicBezTo>
                <a:cubicBezTo>
                  <a:pt x="108552" y="233121"/>
                  <a:pt x="69484" y="241492"/>
                  <a:pt x="61280" y="216489"/>
                </a:cubicBezTo>
                <a:cubicBezTo>
                  <a:pt x="61280" y="216489"/>
                  <a:pt x="54918" y="200248"/>
                  <a:pt x="45765" y="196062"/>
                </a:cubicBezTo>
                <a:cubicBezTo>
                  <a:pt x="45765" y="196062"/>
                  <a:pt x="32984" y="187300"/>
                  <a:pt x="46658" y="187468"/>
                </a:cubicBezTo>
                <a:cubicBezTo>
                  <a:pt x="46658" y="187468"/>
                  <a:pt x="60554" y="188584"/>
                  <a:pt x="68200" y="201867"/>
                </a:cubicBezTo>
                <a:cubicBezTo>
                  <a:pt x="80423" y="223410"/>
                  <a:pt x="100905" y="217215"/>
                  <a:pt x="108886" y="213531"/>
                </a:cubicBezTo>
                <a:cubicBezTo>
                  <a:pt x="110170" y="204601"/>
                  <a:pt x="113798" y="198406"/>
                  <a:pt x="117816" y="194723"/>
                </a:cubicBezTo>
                <a:cubicBezTo>
                  <a:pt x="86618" y="191263"/>
                  <a:pt x="55141" y="186742"/>
                  <a:pt x="55141" y="133052"/>
                </a:cubicBezTo>
                <a:cubicBezTo>
                  <a:pt x="55141" y="117704"/>
                  <a:pt x="59382" y="110003"/>
                  <a:pt x="68312" y="100180"/>
                </a:cubicBezTo>
                <a:cubicBezTo>
                  <a:pt x="66861" y="96552"/>
                  <a:pt x="62117" y="81595"/>
                  <a:pt x="69763" y="62285"/>
                </a:cubicBezTo>
                <a:cubicBezTo>
                  <a:pt x="81428" y="58657"/>
                  <a:pt x="108272" y="77353"/>
                  <a:pt x="108272" y="77353"/>
                </a:cubicBezTo>
                <a:cubicBezTo>
                  <a:pt x="119435" y="74228"/>
                  <a:pt x="131434" y="72610"/>
                  <a:pt x="143321" y="72610"/>
                </a:cubicBezTo>
                <a:cubicBezTo>
                  <a:pt x="155209" y="72610"/>
                  <a:pt x="167208" y="74228"/>
                  <a:pt x="178371" y="77353"/>
                </a:cubicBezTo>
                <a:cubicBezTo>
                  <a:pt x="178371" y="77353"/>
                  <a:pt x="205215" y="58601"/>
                  <a:pt x="216880" y="62285"/>
                </a:cubicBezTo>
                <a:cubicBezTo>
                  <a:pt x="224526" y="81651"/>
                  <a:pt x="219782" y="96552"/>
                  <a:pt x="218331" y="100180"/>
                </a:cubicBezTo>
                <a:cubicBezTo>
                  <a:pt x="227261" y="110058"/>
                  <a:pt x="232730" y="117760"/>
                  <a:pt x="232730" y="133052"/>
                </a:cubicBezTo>
                <a:cubicBezTo>
                  <a:pt x="232730" y="186910"/>
                  <a:pt x="199858" y="191207"/>
                  <a:pt x="168659" y="194723"/>
                </a:cubicBezTo>
                <a:cubicBezTo>
                  <a:pt x="173794" y="199132"/>
                  <a:pt x="178147" y="207504"/>
                  <a:pt x="178147" y="220619"/>
                </a:cubicBezTo>
                <a:cubicBezTo>
                  <a:pt x="178147" y="239427"/>
                  <a:pt x="177980" y="262700"/>
                  <a:pt x="177980" y="267277"/>
                </a:cubicBezTo>
                <a:cubicBezTo>
                  <a:pt x="177980" y="270904"/>
                  <a:pt x="180547" y="275313"/>
                  <a:pt x="187635" y="274030"/>
                </a:cubicBezTo>
                <a:cubicBezTo>
                  <a:pt x="243446" y="255501"/>
                  <a:pt x="281285" y="202536"/>
                  <a:pt x="281285" y="140643"/>
                </a:cubicBezTo>
                <a:cubicBezTo>
                  <a:pt x="281285" y="63233"/>
                  <a:pt x="218498" y="4465"/>
                  <a:pt x="141089" y="4465"/>
                </a:cubicBezTo>
                <a:close/>
                <a:moveTo>
                  <a:pt x="58713" y="196955"/>
                </a:moveTo>
                <a:cubicBezTo>
                  <a:pt x="57987" y="197514"/>
                  <a:pt x="58155" y="198797"/>
                  <a:pt x="59103" y="199858"/>
                </a:cubicBezTo>
                <a:cubicBezTo>
                  <a:pt x="59996" y="200751"/>
                  <a:pt x="61280" y="201141"/>
                  <a:pt x="62006" y="200416"/>
                </a:cubicBezTo>
                <a:cubicBezTo>
                  <a:pt x="62731" y="199858"/>
                  <a:pt x="62564" y="198574"/>
                  <a:pt x="61615" y="197514"/>
                </a:cubicBezTo>
                <a:cubicBezTo>
                  <a:pt x="60722" y="196621"/>
                  <a:pt x="59438" y="196230"/>
                  <a:pt x="58713" y="196955"/>
                </a:cubicBezTo>
                <a:close/>
                <a:moveTo>
                  <a:pt x="52685" y="192435"/>
                </a:moveTo>
                <a:cubicBezTo>
                  <a:pt x="52294" y="193160"/>
                  <a:pt x="52853" y="194053"/>
                  <a:pt x="53969" y="194611"/>
                </a:cubicBezTo>
                <a:cubicBezTo>
                  <a:pt x="54862" y="195169"/>
                  <a:pt x="55978" y="195002"/>
                  <a:pt x="56369" y="194221"/>
                </a:cubicBezTo>
                <a:cubicBezTo>
                  <a:pt x="56759" y="193495"/>
                  <a:pt x="56201" y="192602"/>
                  <a:pt x="55085" y="192044"/>
                </a:cubicBezTo>
                <a:cubicBezTo>
                  <a:pt x="53969" y="191709"/>
                  <a:pt x="53076" y="191877"/>
                  <a:pt x="52685" y="192435"/>
                </a:cubicBezTo>
                <a:close/>
                <a:moveTo>
                  <a:pt x="70768" y="212303"/>
                </a:moveTo>
                <a:cubicBezTo>
                  <a:pt x="69875" y="213029"/>
                  <a:pt x="70210" y="214703"/>
                  <a:pt x="71493" y="215764"/>
                </a:cubicBezTo>
                <a:cubicBezTo>
                  <a:pt x="72777" y="217047"/>
                  <a:pt x="74395" y="217215"/>
                  <a:pt x="75121" y="216322"/>
                </a:cubicBezTo>
                <a:cubicBezTo>
                  <a:pt x="75847" y="215596"/>
                  <a:pt x="75512" y="213922"/>
                  <a:pt x="74395" y="212861"/>
                </a:cubicBezTo>
                <a:cubicBezTo>
                  <a:pt x="73168" y="211578"/>
                  <a:pt x="71493" y="211410"/>
                  <a:pt x="70768" y="212303"/>
                </a:cubicBezTo>
                <a:close/>
                <a:moveTo>
                  <a:pt x="64405" y="204099"/>
                </a:moveTo>
                <a:cubicBezTo>
                  <a:pt x="63512" y="204657"/>
                  <a:pt x="63512" y="206108"/>
                  <a:pt x="64405" y="207392"/>
                </a:cubicBezTo>
                <a:cubicBezTo>
                  <a:pt x="65298" y="208676"/>
                  <a:pt x="66805" y="209234"/>
                  <a:pt x="67531" y="208676"/>
                </a:cubicBezTo>
                <a:cubicBezTo>
                  <a:pt x="68424" y="207950"/>
                  <a:pt x="68424" y="206499"/>
                  <a:pt x="67531" y="205215"/>
                </a:cubicBezTo>
                <a:cubicBezTo>
                  <a:pt x="66749" y="203932"/>
                  <a:pt x="65298" y="203374"/>
                  <a:pt x="64405" y="2040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107198" y="501015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07198" y="520065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github.com/oussemaraddedi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38324" y="632269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18" name="Text 15"/>
          <p:cNvSpPr/>
          <p:nvPr/>
        </p:nvSpPr>
        <p:spPr>
          <a:xfrm>
            <a:off x="3972878" y="6275068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60833" y="6332218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029914" y="632269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1" name="Text 18"/>
          <p:cNvSpPr/>
          <p:nvPr/>
        </p:nvSpPr>
        <p:spPr>
          <a:xfrm>
            <a:off x="5275183" y="627506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49904" y="6332218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140416" y="632269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6716" y="2344"/>
                </a:moveTo>
                <a:cubicBezTo>
                  <a:pt x="159261" y="4387"/>
                  <a:pt x="160734" y="7467"/>
                  <a:pt x="160734" y="10716"/>
                </a:cubicBezTo>
                <a:lnTo>
                  <a:pt x="160734" y="112514"/>
                </a:lnTo>
                <a:cubicBezTo>
                  <a:pt x="160734" y="127315"/>
                  <a:pt x="146335" y="139303"/>
                  <a:pt x="128588" y="139303"/>
                </a:cubicBezTo>
                <a:cubicBezTo>
                  <a:pt x="110840" y="139303"/>
                  <a:pt x="96441" y="127315"/>
                  <a:pt x="96441" y="112514"/>
                </a:cubicBezTo>
                <a:cubicBezTo>
                  <a:pt x="96441" y="97713"/>
                  <a:pt x="110840" y="85725"/>
                  <a:pt x="128588" y="85725"/>
                </a:cubicBezTo>
                <a:cubicBezTo>
                  <a:pt x="132338" y="85725"/>
                  <a:pt x="135954" y="86261"/>
                  <a:pt x="139303" y="87265"/>
                </a:cubicBezTo>
                <a:lnTo>
                  <a:pt x="139303" y="48187"/>
                </a:lnTo>
                <a:lnTo>
                  <a:pt x="64294" y="64863"/>
                </a:lnTo>
                <a:lnTo>
                  <a:pt x="64294" y="133945"/>
                </a:lnTo>
                <a:cubicBezTo>
                  <a:pt x="64294" y="148746"/>
                  <a:pt x="49895" y="160734"/>
                  <a:pt x="32147" y="160734"/>
                </a:cubicBezTo>
                <a:cubicBezTo>
                  <a:pt x="14399" y="160734"/>
                  <a:pt x="0" y="148746"/>
                  <a:pt x="0" y="133945"/>
                </a:cubicBezTo>
                <a:cubicBezTo>
                  <a:pt x="0" y="119144"/>
                  <a:pt x="14399" y="107156"/>
                  <a:pt x="32147" y="107156"/>
                </a:cubicBezTo>
                <a:cubicBezTo>
                  <a:pt x="35897" y="107156"/>
                  <a:pt x="39514" y="107692"/>
                  <a:pt x="42863" y="108697"/>
                </a:cubicBezTo>
                <a:lnTo>
                  <a:pt x="42863" y="32147"/>
                </a:lnTo>
                <a:cubicBezTo>
                  <a:pt x="42863" y="27124"/>
                  <a:pt x="46345" y="22771"/>
                  <a:pt x="51268" y="21699"/>
                </a:cubicBezTo>
                <a:lnTo>
                  <a:pt x="147708" y="268"/>
                </a:lnTo>
                <a:cubicBezTo>
                  <a:pt x="150889" y="-435"/>
                  <a:pt x="154205" y="335"/>
                  <a:pt x="156750" y="2378"/>
                </a:cubicBezTo>
                <a:close/>
              </a:path>
            </a:pathLst>
          </a:custGeom>
          <a:solidFill>
            <a:srgbClr val="1DB954"/>
          </a:solidFill>
          <a:ln/>
        </p:spPr>
      </p:sp>
      <p:sp>
        <p:nvSpPr>
          <p:cNvPr id="24" name="Text 21"/>
          <p:cNvSpPr/>
          <p:nvPr/>
        </p:nvSpPr>
        <p:spPr>
          <a:xfrm>
            <a:off x="7364254" y="6275068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Music Explorer</dc:title>
  <dc:subject>Spotify Music Explorer</dc:subject>
  <dc:creator>Kimi</dc:creator>
  <cp:lastModifiedBy>Kimi</cp:lastModifiedBy>
  <cp:revision>1</cp:revision>
  <dcterms:created xsi:type="dcterms:W3CDTF">2026-03-28T15:12:32Z</dcterms:created>
  <dcterms:modified xsi:type="dcterms:W3CDTF">2026-03-28T15:12:32Z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{"Label":"Spotify Music Explorer","ContentProducer":"001191110108MACG2KBH8F10000","ProduceID":"19d34f64-7af2-895e-8000-000035129f67","ReservedCode1":"","ContentPropagator":"001191110108MACG2KBH8F20000","PropagateID":"19d34f64-7af2-895e-8000-000035129f67","ReservedCode2":""}</vt:lpwstr>
  </property>
</Properties>
</file>